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2" r:id="rId1"/>
  </p:sldMasterIdLst>
  <p:notesMasterIdLst>
    <p:notesMasterId r:id="rId15"/>
  </p:notesMasterIdLst>
  <p:sldIdLst>
    <p:sldId id="256" r:id="rId2"/>
    <p:sldId id="286" r:id="rId3"/>
    <p:sldId id="287" r:id="rId4"/>
    <p:sldId id="288" r:id="rId5"/>
    <p:sldId id="289" r:id="rId6"/>
    <p:sldId id="290" r:id="rId7"/>
    <p:sldId id="291" r:id="rId8"/>
    <p:sldId id="292" r:id="rId9"/>
    <p:sldId id="293" r:id="rId10"/>
    <p:sldId id="294" r:id="rId11"/>
    <p:sldId id="295" r:id="rId12"/>
    <p:sldId id="296" r:id="rId13"/>
    <p:sldId id="298" r:id="rId14"/>
  </p:sldIdLst>
  <p:sldSz cx="9144000" cy="5143500" type="screen16x9"/>
  <p:notesSz cx="6858000" cy="9144000"/>
  <p:embeddedFontLst>
    <p:embeddedFont>
      <p:font typeface="Calibri Light" panose="020F0302020204030204" pitchFamily="34" charset="0"/>
      <p:regular r:id="rId16"/>
      <p:italic r:id="rId17"/>
    </p:embeddedFont>
    <p:embeddedFont>
      <p:font typeface="Calibri" panose="020F0502020204030204" pitchFamily="3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461" userDrawn="1">
          <p15:clr>
            <a:srgbClr val="9AA0A6"/>
          </p15:clr>
        </p15:guide>
        <p15:guide id="2" pos="2880" userDrawn="1">
          <p15:clr>
            <a:srgbClr val="9AA0A6"/>
          </p15:clr>
        </p15:guide>
        <p15:guide id="3" pos="456" userDrawn="1">
          <p15:clr>
            <a:srgbClr val="9AA0A6"/>
          </p15:clr>
        </p15:guide>
        <p15:guide id="4" orient="horz" pos="1732" userDrawn="1">
          <p15:clr>
            <a:srgbClr val="9AA0A6"/>
          </p15:clr>
        </p15:guide>
        <p15:guide id="5" orient="horz" pos="2664"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D4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98" autoAdjust="0"/>
    <p:restoredTop sz="94660"/>
  </p:normalViewPr>
  <p:slideViewPr>
    <p:cSldViewPr snapToGrid="0" showGuides="1">
      <p:cViewPr varScale="1">
        <p:scale>
          <a:sx n="143" d="100"/>
          <a:sy n="143" d="100"/>
        </p:scale>
        <p:origin x="786" y="102"/>
      </p:cViewPr>
      <p:guideLst>
        <p:guide orient="horz" pos="461"/>
        <p:guide pos="2880"/>
        <p:guide pos="456"/>
        <p:guide orient="horz" pos="1732"/>
        <p:guide orient="horz" pos="26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US"/>
              <a:t>Уважаема г-жо Директор,Уважаема комисия,Уважаеми гости,</a:t>
            </a:r>
          </a:p>
          <a:p>
            <a:pPr marL="0" lvl="0" indent="0" algn="l" rtl="0">
              <a:spcBef>
                <a:spcPts val="0"/>
              </a:spcBef>
              <a:spcAft>
                <a:spcPts val="0"/>
              </a:spcAft>
              <a:buNone/>
            </a:pPr>
            <a:r>
              <a:rPr lang="en-US" altLang="en-US"/>
              <a:t>Аз съм Никола Пидов.</a:t>
            </a:r>
          </a:p>
          <a:p>
            <a:pPr marL="0" lvl="0" indent="0" algn="l" rtl="0">
              <a:spcBef>
                <a:spcPts val="0"/>
              </a:spcBef>
              <a:spcAft>
                <a:spcPts val="0"/>
              </a:spcAft>
              <a:buNone/>
            </a:pPr>
            <a:r>
              <a:rPr lang="en-US" altLang="en-US"/>
              <a:t>Темата на моя дипломен проект е „Криптографско приложение за споделяне на тайни“.</a:t>
            </a:r>
          </a:p>
          <a:p>
            <a:pPr marL="0" lvl="0" indent="0" algn="l" rtl="0">
              <a:spcBef>
                <a:spcPts val="0"/>
              </a:spcBef>
              <a:spcAft>
                <a:spcPts val="0"/>
              </a:spcAft>
              <a:buNone/>
            </a:pPr>
            <a:r>
              <a:rPr lang="en-US" altLang="en-US"/>
              <a:t>Проектът представлява уеб приложение, което позволява сигурно споделяне на съобщения чрез използване на съвременни криптографски методи.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r>
              <a:rPr lang="en-US" altLang="en-US"/>
              <a:t>Дипломният проект разглежда разработването на уеб приложение за сигурно споделяне на тайни съобщения. Основният фокус е върху защитата на информацията и ограничаване на достъпа до нея. В съвременния дигитален свят сигурността на данните е от изключително значение, което прави подобни приложения особено актуални.</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457200" marR="0" indent="-298450" algn="l" defTabSz="914400" rtl="0" eaLnBrk="1" fontAlgn="auto" latinLnBrk="0" hangingPunct="1">
              <a:lnSpc>
                <a:spcPct val="100000"/>
              </a:lnSpc>
              <a:spcBef>
                <a:spcPts val="0"/>
              </a:spcBef>
              <a:spcAft>
                <a:spcPts val="0"/>
              </a:spcAft>
              <a:buClr>
                <a:srgbClr val="000000"/>
              </a:buClr>
              <a:buSzPts val="1100"/>
              <a:buFont typeface="Arial" panose="020B0604020202020204"/>
              <a:buChar char="●"/>
              <a:tabLst/>
              <a:defRPr/>
            </a:pPr>
            <a:r>
              <a:rPr lang="ru-RU" dirty="0" smtClean="0"/>
              <a:t>В днешно време при използване на интернет съществува риск личната информация да попадне в чужди ръце. Обикновените съобщения често се пазят дълго време и могат да бъдат прочетени от хора, които нямат право на достъп. Затова е необходимо да се използват по-сигурни начини за комуникация, които ограничават достъпа и времето, през което информацията е налична.</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r>
              <a:rPr lang="en-US" altLang="en-US"/>
              <a:t>Основната цел е създаване на приложение, което позволява изпращане на тайни съобщения с еднократно прочитане. Системата трябва да гарантира сигурност и контрол върху достъпа до информацията. Освен това се цели лесна употреба, така че приложението да бъде достъпно за широк кръг потребители.</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r>
              <a:rPr lang="en-US" altLang="en-US"/>
              <a:t>В проекта се използва симетрично криптиране за защита на данните. Основен алгоритъм е AES (Advanced Encryption Standard), реализиран чрез формата Fernet, който комбинира криптиране и защита на целостта на данните. Това осигурява както поверителност, така и защита срещу подправяне на информацията.</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r>
              <a:rPr lang="en-US" altLang="en-US"/>
              <a:t>Потребителят въвежда съобщение, което се изпраща към сървъра. Там то се преобразува в байтов формат и се криптира чрез библиотеката cryptography преди да бъде записано. По този начин оригиналният текст никога не се съхранява в незащитен вид.</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r>
              <a:rPr lang="en-US" altLang="en-US"/>
              <a:t>В базата данни се съхранява само криптираният текст. Това гарантира, че информацията не може да бъде прочетена без съответния ключ за декриптиране. Дори при неоторизиран достъп до базата, данните остават защитени.</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r>
              <a:rPr lang="en-US" altLang="en-US"/>
              <a:t>За всяко съобщение се създава уникален линк с токен. Този линк служи като единствен начин за достъп до съобщението. Токенът е трудно отгатваем, което допълнително повишава сигурността.</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r>
              <a:rPr lang="en-US" altLang="en-US"/>
              <a:t>При отваряне на линка сървърът намира съответния запис в базата данни. След това съобщението се декриптира и се визуализира на потребителя. Процесът е бърз и напълно автоматизиран.</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r>
              <a:rPr lang="en-US" altLang="en-US"/>
              <a:t>След първото отваряне съобщението се изтрива автоматично от базата данни. Това гарантира, че то не може да бъде прегледано повторно. Този механизъм осигурява високо ниво на сигурност при споделяне на информация.</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r>
              <a:rPr lang="en-US" altLang="en-US" dirty="0" err="1"/>
              <a:t>При</a:t>
            </a:r>
            <a:r>
              <a:rPr lang="en-US" altLang="en-US" dirty="0"/>
              <a:t> </a:t>
            </a:r>
            <a:r>
              <a:rPr lang="en-US" altLang="en-US" dirty="0" err="1"/>
              <a:t>повторно</a:t>
            </a:r>
            <a:r>
              <a:rPr lang="en-US" altLang="en-US" dirty="0"/>
              <a:t> </a:t>
            </a:r>
            <a:r>
              <a:rPr lang="en-US" altLang="en-US" dirty="0" err="1"/>
              <a:t>отваряне</a:t>
            </a:r>
            <a:r>
              <a:rPr lang="en-US" altLang="en-US" dirty="0"/>
              <a:t> </a:t>
            </a:r>
            <a:r>
              <a:rPr lang="en-US" altLang="en-US" dirty="0" err="1"/>
              <a:t>на</a:t>
            </a:r>
            <a:r>
              <a:rPr lang="en-US" altLang="en-US" dirty="0"/>
              <a:t> </a:t>
            </a:r>
            <a:r>
              <a:rPr lang="en-US" altLang="en-US" dirty="0" err="1"/>
              <a:t>линка</a:t>
            </a:r>
            <a:r>
              <a:rPr lang="en-US" altLang="en-US" dirty="0"/>
              <a:t> </a:t>
            </a:r>
            <a:r>
              <a:rPr lang="en-US" altLang="en-US" dirty="0" err="1"/>
              <a:t>системата</a:t>
            </a:r>
            <a:r>
              <a:rPr lang="en-US" altLang="en-US" dirty="0"/>
              <a:t> </a:t>
            </a:r>
            <a:r>
              <a:rPr lang="en-US" altLang="en-US" dirty="0" err="1"/>
              <a:t>показва</a:t>
            </a:r>
            <a:r>
              <a:rPr lang="en-US" altLang="en-US" dirty="0"/>
              <a:t> </a:t>
            </a:r>
            <a:r>
              <a:rPr lang="en-US" altLang="en-US" dirty="0" err="1"/>
              <a:t>съобщение</a:t>
            </a:r>
            <a:r>
              <a:rPr lang="en-US" altLang="en-US" dirty="0"/>
              <a:t> </a:t>
            </a:r>
            <a:r>
              <a:rPr lang="en-US" altLang="en-US" dirty="0" err="1"/>
              <a:t>за</a:t>
            </a:r>
            <a:r>
              <a:rPr lang="en-US" altLang="en-US" dirty="0"/>
              <a:t> </a:t>
            </a:r>
            <a:r>
              <a:rPr lang="en-US" altLang="en-US" dirty="0" err="1"/>
              <a:t>грешка</a:t>
            </a:r>
            <a:r>
              <a:rPr lang="en-US" altLang="en-US" dirty="0"/>
              <a:t>. </a:t>
            </a:r>
            <a:r>
              <a:rPr lang="en-US" altLang="en-US" dirty="0" err="1"/>
              <a:t>Това</a:t>
            </a:r>
            <a:r>
              <a:rPr lang="en-US" altLang="en-US" dirty="0"/>
              <a:t> е, </a:t>
            </a:r>
            <a:r>
              <a:rPr lang="en-US" altLang="en-US" dirty="0" err="1"/>
              <a:t>защото</a:t>
            </a:r>
            <a:r>
              <a:rPr lang="en-US" altLang="en-US" dirty="0"/>
              <a:t> </a:t>
            </a:r>
            <a:r>
              <a:rPr lang="en-US" altLang="en-US" dirty="0" err="1"/>
              <a:t>съобщението</a:t>
            </a:r>
            <a:r>
              <a:rPr lang="en-US" altLang="en-US" dirty="0"/>
              <a:t> </a:t>
            </a:r>
            <a:r>
              <a:rPr lang="en-US" altLang="en-US" dirty="0" err="1"/>
              <a:t>вече</a:t>
            </a:r>
            <a:r>
              <a:rPr lang="en-US" altLang="en-US" dirty="0"/>
              <a:t> е </a:t>
            </a:r>
            <a:r>
              <a:rPr lang="en-US" altLang="en-US" dirty="0" err="1"/>
              <a:t>изтрито</a:t>
            </a:r>
            <a:r>
              <a:rPr lang="en-US" altLang="en-US" dirty="0"/>
              <a:t> </a:t>
            </a:r>
            <a:r>
              <a:rPr lang="en-US" altLang="en-US" dirty="0" err="1"/>
              <a:t>от</a:t>
            </a:r>
            <a:r>
              <a:rPr lang="en-US" altLang="en-US" dirty="0"/>
              <a:t> </a:t>
            </a:r>
            <a:r>
              <a:rPr lang="en-US" altLang="en-US" dirty="0" err="1"/>
              <a:t>системата</a:t>
            </a:r>
            <a:r>
              <a:rPr lang="en-US" altLang="en-US" dirty="0"/>
              <a:t>. </a:t>
            </a:r>
            <a:r>
              <a:rPr lang="en-US" altLang="en-US" dirty="0" err="1"/>
              <a:t>По</a:t>
            </a:r>
            <a:r>
              <a:rPr lang="en-US" altLang="en-US" dirty="0"/>
              <a:t> </a:t>
            </a:r>
            <a:r>
              <a:rPr lang="en-US" altLang="en-US" dirty="0" err="1"/>
              <a:t>този</a:t>
            </a:r>
            <a:r>
              <a:rPr lang="en-US" altLang="en-US" dirty="0"/>
              <a:t> </a:t>
            </a:r>
            <a:r>
              <a:rPr lang="en-US" altLang="en-US" dirty="0" err="1"/>
              <a:t>начин</a:t>
            </a:r>
            <a:r>
              <a:rPr lang="en-US" altLang="en-US" dirty="0"/>
              <a:t> </a:t>
            </a:r>
            <a:r>
              <a:rPr lang="en-US" altLang="en-US" dirty="0" err="1"/>
              <a:t>се</a:t>
            </a:r>
            <a:r>
              <a:rPr lang="en-US" altLang="en-US" dirty="0"/>
              <a:t> </a:t>
            </a:r>
            <a:r>
              <a:rPr lang="en-US" altLang="en-US" dirty="0" err="1"/>
              <a:t>предотвратява</a:t>
            </a:r>
            <a:r>
              <a:rPr lang="en-US" altLang="en-US" dirty="0"/>
              <a:t> </a:t>
            </a:r>
            <a:r>
              <a:rPr lang="en-US" altLang="en-US" dirty="0" err="1"/>
              <a:t>повторен</a:t>
            </a:r>
            <a:r>
              <a:rPr lang="en-US" altLang="en-US" dirty="0"/>
              <a:t> </a:t>
            </a:r>
            <a:r>
              <a:rPr lang="en-US" altLang="en-US" dirty="0" err="1"/>
              <a:t>достъп</a:t>
            </a:r>
            <a:r>
              <a:rPr lang="en-US" altLang="en-US" dirty="0"/>
              <a:t> </a:t>
            </a:r>
            <a:r>
              <a:rPr lang="en-US" altLang="en-US" dirty="0" err="1"/>
              <a:t>до</a:t>
            </a:r>
            <a:r>
              <a:rPr lang="en-US" altLang="en-US" dirty="0"/>
              <a:t> </a:t>
            </a:r>
            <a:r>
              <a:rPr lang="en-US" altLang="en-US" dirty="0" err="1"/>
              <a:t>чувствителната</a:t>
            </a:r>
            <a:r>
              <a:rPr lang="en-US" altLang="en-US" dirty="0"/>
              <a:t> </a:t>
            </a:r>
            <a:r>
              <a:rPr lang="en-US" altLang="en-US" dirty="0" err="1"/>
              <a:t>информация</a:t>
            </a:r>
            <a:r>
              <a:rPr lang="en-US" altLang="en-US" dirty="0"/>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457200" marR="0" indent="-298450" algn="l" defTabSz="914400" rtl="0" eaLnBrk="1" fontAlgn="auto" latinLnBrk="0" hangingPunct="1">
              <a:lnSpc>
                <a:spcPct val="100000"/>
              </a:lnSpc>
              <a:spcBef>
                <a:spcPts val="0"/>
              </a:spcBef>
              <a:spcAft>
                <a:spcPts val="0"/>
              </a:spcAft>
              <a:buClr>
                <a:srgbClr val="000000"/>
              </a:buClr>
              <a:buSzPts val="1100"/>
              <a:buFont typeface="Arial" panose="020B0604020202020204"/>
              <a:buChar char="●"/>
              <a:tabLst/>
              <a:defRPr/>
            </a:pPr>
            <a:r>
              <a:rPr lang="en-US" altLang="en-US" dirty="0" err="1"/>
              <a:t>Приложението</a:t>
            </a:r>
            <a:r>
              <a:rPr lang="en-US" altLang="en-US" dirty="0"/>
              <a:t> е </a:t>
            </a:r>
            <a:r>
              <a:rPr lang="en-US" altLang="en-US" dirty="0" err="1"/>
              <a:t>разработено</a:t>
            </a:r>
            <a:r>
              <a:rPr lang="en-US" altLang="en-US" dirty="0"/>
              <a:t> с </a:t>
            </a:r>
            <a:r>
              <a:rPr lang="en-US" altLang="en-US" dirty="0" err="1"/>
              <a:t>помощта</a:t>
            </a:r>
            <a:r>
              <a:rPr lang="en-US" altLang="en-US" dirty="0"/>
              <a:t> </a:t>
            </a:r>
            <a:r>
              <a:rPr lang="en-US" altLang="en-US" dirty="0" err="1"/>
              <a:t>на</a:t>
            </a:r>
            <a:r>
              <a:rPr lang="en-US" altLang="en-US" dirty="0"/>
              <a:t> Django, </a:t>
            </a:r>
            <a:r>
              <a:rPr lang="en-US" altLang="en-US" dirty="0" err="1"/>
              <a:t>който</a:t>
            </a:r>
            <a:r>
              <a:rPr lang="en-US" altLang="en-US" dirty="0"/>
              <a:t> </a:t>
            </a:r>
            <a:r>
              <a:rPr lang="en-US" altLang="en-US" dirty="0" err="1"/>
              <a:t>служи</a:t>
            </a:r>
            <a:r>
              <a:rPr lang="en-US" altLang="en-US" dirty="0"/>
              <a:t> </a:t>
            </a:r>
            <a:r>
              <a:rPr lang="en-US" altLang="en-US" dirty="0" err="1"/>
              <a:t>като</a:t>
            </a:r>
            <a:r>
              <a:rPr lang="en-US" altLang="en-US" dirty="0"/>
              <a:t> </a:t>
            </a:r>
            <a:r>
              <a:rPr lang="en-US" altLang="en-US" dirty="0" err="1"/>
              <a:t>бекенд</a:t>
            </a:r>
            <a:r>
              <a:rPr lang="en-US" altLang="en-US" dirty="0"/>
              <a:t> </a:t>
            </a:r>
            <a:r>
              <a:rPr lang="en-US" altLang="en-US" dirty="0" err="1"/>
              <a:t>рамка</a:t>
            </a:r>
            <a:r>
              <a:rPr lang="en-US" altLang="en-US" dirty="0"/>
              <a:t>. </a:t>
            </a:r>
            <a:r>
              <a:rPr lang="en-US" altLang="en-US" dirty="0" err="1"/>
              <a:t>За</a:t>
            </a:r>
            <a:r>
              <a:rPr lang="en-US" altLang="en-US" dirty="0"/>
              <a:t> </a:t>
            </a:r>
            <a:r>
              <a:rPr lang="en-US" altLang="en-US" dirty="0" err="1"/>
              <a:t>съхранение</a:t>
            </a:r>
            <a:r>
              <a:rPr lang="en-US" altLang="en-US" dirty="0"/>
              <a:t> </a:t>
            </a:r>
            <a:r>
              <a:rPr lang="en-US" altLang="en-US" dirty="0" err="1"/>
              <a:t>на</a:t>
            </a:r>
            <a:r>
              <a:rPr lang="en-US" altLang="en-US" dirty="0"/>
              <a:t> </a:t>
            </a:r>
            <a:r>
              <a:rPr lang="en-US" altLang="en-US" dirty="0" err="1"/>
              <a:t>данните</a:t>
            </a:r>
            <a:r>
              <a:rPr lang="en-US" altLang="en-US" dirty="0"/>
              <a:t> </a:t>
            </a:r>
            <a:r>
              <a:rPr lang="en-US" altLang="en-US" dirty="0" err="1"/>
              <a:t>се</a:t>
            </a:r>
            <a:r>
              <a:rPr lang="en-US" altLang="en-US" dirty="0"/>
              <a:t> </a:t>
            </a:r>
            <a:r>
              <a:rPr lang="en-US" altLang="en-US" dirty="0" err="1"/>
              <a:t>използва</a:t>
            </a:r>
            <a:r>
              <a:rPr lang="en-US" altLang="en-US" dirty="0"/>
              <a:t> MySQL, а </a:t>
            </a:r>
            <a:r>
              <a:rPr lang="en-US" altLang="en-US" dirty="0" err="1"/>
              <a:t>за</a:t>
            </a:r>
            <a:r>
              <a:rPr lang="en-US" altLang="en-US" dirty="0"/>
              <a:t> </a:t>
            </a:r>
            <a:r>
              <a:rPr lang="en-US" altLang="en-US" dirty="0" err="1"/>
              <a:t>криптиране</a:t>
            </a:r>
            <a:r>
              <a:rPr lang="en-US" altLang="en-US" dirty="0"/>
              <a:t> – </a:t>
            </a:r>
            <a:r>
              <a:rPr lang="en-US" altLang="en-US" dirty="0" err="1"/>
              <a:t>библиотеката</a:t>
            </a:r>
            <a:r>
              <a:rPr lang="en-US" altLang="en-US" dirty="0"/>
              <a:t> cryptography. </a:t>
            </a:r>
            <a:r>
              <a:rPr lang="en-US" altLang="en-US" dirty="0" err="1"/>
              <a:t>Потребителският</a:t>
            </a:r>
            <a:r>
              <a:rPr lang="en-US" altLang="en-US" dirty="0"/>
              <a:t> </a:t>
            </a:r>
            <a:r>
              <a:rPr lang="en-US" altLang="en-US" dirty="0" err="1"/>
              <a:t>интерфейс</a:t>
            </a:r>
            <a:r>
              <a:rPr lang="en-US" altLang="en-US" dirty="0"/>
              <a:t> е </a:t>
            </a:r>
            <a:r>
              <a:rPr lang="en-US" altLang="en-US" dirty="0" err="1"/>
              <a:t>реализиран</a:t>
            </a:r>
            <a:r>
              <a:rPr lang="en-US" altLang="en-US" dirty="0"/>
              <a:t> с HTML, CSS и Bootstrap</a:t>
            </a:r>
            <a:r>
              <a:rPr lang="en-US" altLang="en-US" dirty="0" smtClean="0"/>
              <a:t>.</a:t>
            </a:r>
            <a:r>
              <a:rPr lang="bg-BG" altLang="en-US" dirty="0" smtClean="0"/>
              <a:t> </a:t>
            </a:r>
            <a:r>
              <a:rPr lang="bg-BG" sz="1100" b="0" i="0" u="none" strike="noStrike" cap="none" dirty="0" smtClean="0">
                <a:solidFill>
                  <a:srgbClr val="000000"/>
                </a:solidFill>
                <a:effectLst/>
                <a:latin typeface="Arial" panose="020B0604020202020204"/>
                <a:ea typeface="Arial" panose="020B0604020202020204"/>
                <a:cs typeface="Arial" panose="020B0604020202020204"/>
                <a:sym typeface="Arial" panose="020B0604020202020204"/>
              </a:rPr>
              <a:t>Проектът демонстрира практическо приложение на криптографията в уеб среда. Разработеното решение осигурява сигурно споделяне на информация и лесна употреба. </a:t>
            </a:r>
          </a:p>
          <a:p>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r>
              <a:rPr lang="bg-BG" altLang="en-US" dirty="0"/>
              <a:t>Ако имате въпроси, съм готов да отговоря.</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5/8/2026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210543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5/8/2026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extLst>
      <p:ext uri="{BB962C8B-B14F-4D97-AF65-F5344CB8AC3E}">
        <p14:creationId xmlns:p14="http://schemas.microsoft.com/office/powerpoint/2010/main" val="119861413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5/8/2026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410867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5/8/2026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32477932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5/8/2026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96105293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5/8/2026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71748424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5/8/2026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4257664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32ABBEA6-7C60-4B02-AE87-00D78D8422AF}" type="datetimeFigureOut">
              <a:rPr lang="en-US" dirty="0"/>
              <a:t>5/8/2026</a:t>
            </a:fld>
            <a:endParaRPr lang="en-US" dirty="0"/>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291086063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5/8/2026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91800391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5/8/2026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35781798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5/8/2026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51614835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98624D31-43A5-475A-80CF-332C9F6DCF35}" type="datetimeFigureOut">
              <a:rPr lang="en-US" dirty="0"/>
              <a:t>5/8/2026</a:t>
            </a:fld>
            <a:endParaRPr lang="en-US" dirty="0"/>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577418"/>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hf sldNum="0"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9"/>
          <p:cNvSpPr/>
          <p:nvPr/>
        </p:nvSpPr>
        <p:spPr>
          <a:xfrm rot="18389730">
            <a:off x="4073429" y="883830"/>
            <a:ext cx="4399315" cy="4972196"/>
          </a:xfrm>
          <a:custGeom>
            <a:avLst/>
            <a:gdLst/>
            <a:ahLst/>
            <a:cxnLst/>
            <a:rect l="l" t="t" r="r" b="b"/>
            <a:pathLst>
              <a:path w="26397" h="32076" extrusionOk="0">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nvGrpSpPr>
          <p:cNvPr id="161" name="Google Shape;161;p29"/>
          <p:cNvGrpSpPr/>
          <p:nvPr/>
        </p:nvGrpSpPr>
        <p:grpSpPr>
          <a:xfrm>
            <a:off x="0" y="523567"/>
            <a:ext cx="3570040" cy="4446639"/>
            <a:chOff x="196269" y="-35131"/>
            <a:chExt cx="4117010" cy="5284424"/>
          </a:xfrm>
        </p:grpSpPr>
        <p:grpSp>
          <p:nvGrpSpPr>
            <p:cNvPr id="162" name="Google Shape;162;p29"/>
            <p:cNvGrpSpPr/>
            <p:nvPr/>
          </p:nvGrpSpPr>
          <p:grpSpPr>
            <a:xfrm>
              <a:off x="196269" y="-35131"/>
              <a:ext cx="4117010" cy="4393434"/>
              <a:chOff x="43869" y="-35131"/>
              <a:chExt cx="4117010" cy="4393434"/>
            </a:xfrm>
          </p:grpSpPr>
          <p:sp>
            <p:nvSpPr>
              <p:cNvPr id="163" name="Google Shape;163;p29"/>
              <p:cNvSpPr/>
              <p:nvPr/>
            </p:nvSpPr>
            <p:spPr>
              <a:xfrm>
                <a:off x="3778000" y="1055743"/>
                <a:ext cx="227152" cy="225698"/>
              </a:xfrm>
              <a:custGeom>
                <a:avLst/>
                <a:gdLst/>
                <a:ahLst/>
                <a:cxnLst/>
                <a:rect l="l" t="t" r="r" b="b"/>
                <a:pathLst>
                  <a:path w="2428" h="2336" extrusionOk="0">
                    <a:moveTo>
                      <a:pt x="1260" y="1"/>
                    </a:moveTo>
                    <a:cubicBezTo>
                      <a:pt x="788" y="1"/>
                      <a:pt x="361" y="285"/>
                      <a:pt x="181" y="723"/>
                    </a:cubicBezTo>
                    <a:cubicBezTo>
                      <a:pt x="0" y="1158"/>
                      <a:pt x="100" y="1661"/>
                      <a:pt x="434" y="1994"/>
                    </a:cubicBezTo>
                    <a:cubicBezTo>
                      <a:pt x="657" y="2217"/>
                      <a:pt x="956" y="2336"/>
                      <a:pt x="1259" y="2336"/>
                    </a:cubicBezTo>
                    <a:cubicBezTo>
                      <a:pt x="1410" y="2336"/>
                      <a:pt x="1562" y="2307"/>
                      <a:pt x="1707" y="2247"/>
                    </a:cubicBezTo>
                    <a:cubicBezTo>
                      <a:pt x="2143" y="2067"/>
                      <a:pt x="2427" y="1640"/>
                      <a:pt x="2427" y="1168"/>
                    </a:cubicBezTo>
                    <a:cubicBezTo>
                      <a:pt x="2427" y="524"/>
                      <a:pt x="1904" y="1"/>
                      <a:pt x="126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nvGrpSpPr>
              <p:cNvPr id="164" name="Google Shape;164;p29"/>
              <p:cNvGrpSpPr/>
              <p:nvPr/>
            </p:nvGrpSpPr>
            <p:grpSpPr>
              <a:xfrm>
                <a:off x="43869" y="-35131"/>
                <a:ext cx="4117010" cy="4393434"/>
                <a:chOff x="-6861500" y="-774675"/>
                <a:chExt cx="4221275" cy="4504700"/>
              </a:xfrm>
            </p:grpSpPr>
            <p:sp>
              <p:nvSpPr>
                <p:cNvPr id="165" name="Google Shape;165;p29"/>
                <p:cNvSpPr/>
                <p:nvPr/>
              </p:nvSpPr>
              <p:spPr>
                <a:xfrm>
                  <a:off x="-5567850" y="2977775"/>
                  <a:ext cx="2509100" cy="191100"/>
                </a:xfrm>
                <a:custGeom>
                  <a:avLst/>
                  <a:gdLst/>
                  <a:ahLst/>
                  <a:cxnLst/>
                  <a:rect l="l" t="t" r="r" b="b"/>
                  <a:pathLst>
                    <a:path w="100364" h="7644" extrusionOk="0">
                      <a:moveTo>
                        <a:pt x="7924" y="0"/>
                      </a:moveTo>
                      <a:lnTo>
                        <a:pt x="1" y="7643"/>
                      </a:lnTo>
                      <a:lnTo>
                        <a:pt x="100364" y="7643"/>
                      </a:lnTo>
                      <a:lnTo>
                        <a:pt x="924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 name="Google Shape;166;p29"/>
                <p:cNvSpPr/>
                <p:nvPr/>
              </p:nvSpPr>
              <p:spPr>
                <a:xfrm>
                  <a:off x="-5576575" y="2971225"/>
                  <a:ext cx="2526575" cy="204150"/>
                </a:xfrm>
                <a:custGeom>
                  <a:avLst/>
                  <a:gdLst/>
                  <a:ahLst/>
                  <a:cxnLst/>
                  <a:rect l="l" t="t" r="r" b="b"/>
                  <a:pathLst>
                    <a:path w="101063" h="8166" extrusionOk="0">
                      <a:moveTo>
                        <a:pt x="92685" y="523"/>
                      </a:moveTo>
                      <a:lnTo>
                        <a:pt x="100069" y="7645"/>
                      </a:lnTo>
                      <a:lnTo>
                        <a:pt x="994" y="7645"/>
                      </a:lnTo>
                      <a:lnTo>
                        <a:pt x="8378" y="523"/>
                      </a:lnTo>
                      <a:close/>
                      <a:moveTo>
                        <a:pt x="8273" y="1"/>
                      </a:moveTo>
                      <a:cubicBezTo>
                        <a:pt x="8206" y="1"/>
                        <a:pt x="8141" y="27"/>
                        <a:pt x="8092" y="75"/>
                      </a:cubicBezTo>
                      <a:lnTo>
                        <a:pt x="170" y="7718"/>
                      </a:lnTo>
                      <a:cubicBezTo>
                        <a:pt x="0" y="7881"/>
                        <a:pt x="115" y="8166"/>
                        <a:pt x="350" y="8166"/>
                      </a:cubicBezTo>
                      <a:lnTo>
                        <a:pt x="100713" y="8166"/>
                      </a:lnTo>
                      <a:cubicBezTo>
                        <a:pt x="100948" y="8166"/>
                        <a:pt x="101063" y="7880"/>
                        <a:pt x="100893" y="7718"/>
                      </a:cubicBezTo>
                      <a:lnTo>
                        <a:pt x="92971" y="75"/>
                      </a:lnTo>
                      <a:cubicBezTo>
                        <a:pt x="92922" y="27"/>
                        <a:pt x="92857" y="1"/>
                        <a:pt x="9279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 name="Google Shape;167;p29"/>
                <p:cNvSpPr/>
                <p:nvPr/>
              </p:nvSpPr>
              <p:spPr>
                <a:xfrm>
                  <a:off x="-5367125" y="2980250"/>
                  <a:ext cx="2029575" cy="142450"/>
                </a:xfrm>
                <a:custGeom>
                  <a:avLst/>
                  <a:gdLst/>
                  <a:ahLst/>
                  <a:cxnLst/>
                  <a:rect l="l" t="t" r="r" b="b"/>
                  <a:pathLst>
                    <a:path w="81183" h="5698" extrusionOk="0">
                      <a:moveTo>
                        <a:pt x="40592" y="0"/>
                      </a:moveTo>
                      <a:cubicBezTo>
                        <a:pt x="18173" y="0"/>
                        <a:pt x="0" y="1276"/>
                        <a:pt x="0" y="2849"/>
                      </a:cubicBezTo>
                      <a:cubicBezTo>
                        <a:pt x="0" y="4421"/>
                        <a:pt x="18173" y="5698"/>
                        <a:pt x="40592" y="5698"/>
                      </a:cubicBezTo>
                      <a:cubicBezTo>
                        <a:pt x="63009" y="5698"/>
                        <a:pt x="81183" y="4423"/>
                        <a:pt x="81183" y="2849"/>
                      </a:cubicBezTo>
                      <a:cubicBezTo>
                        <a:pt x="81183" y="1276"/>
                        <a:pt x="63009" y="0"/>
                        <a:pt x="40592"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 name="Google Shape;168;p29"/>
                <p:cNvSpPr/>
                <p:nvPr/>
              </p:nvSpPr>
              <p:spPr>
                <a:xfrm>
                  <a:off x="-5567850" y="3168850"/>
                  <a:ext cx="2509100" cy="177150"/>
                </a:xfrm>
                <a:custGeom>
                  <a:avLst/>
                  <a:gdLst/>
                  <a:ahLst/>
                  <a:cxnLst/>
                  <a:rect l="l" t="t" r="r" b="b"/>
                  <a:pathLst>
                    <a:path w="100364" h="7086" extrusionOk="0">
                      <a:moveTo>
                        <a:pt x="1" y="0"/>
                      </a:moveTo>
                      <a:lnTo>
                        <a:pt x="1" y="7085"/>
                      </a:lnTo>
                      <a:lnTo>
                        <a:pt x="100364" y="7085"/>
                      </a:lnTo>
                      <a:lnTo>
                        <a:pt x="100364"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9" name="Google Shape;169;p29"/>
                <p:cNvSpPr/>
                <p:nvPr/>
              </p:nvSpPr>
              <p:spPr>
                <a:xfrm>
                  <a:off x="-5574350" y="3162350"/>
                  <a:ext cx="2522125" cy="190150"/>
                </a:xfrm>
                <a:custGeom>
                  <a:avLst/>
                  <a:gdLst/>
                  <a:ahLst/>
                  <a:cxnLst/>
                  <a:rect l="l" t="t" r="r" b="b"/>
                  <a:pathLst>
                    <a:path w="100885" h="7606" extrusionOk="0">
                      <a:moveTo>
                        <a:pt x="100364" y="521"/>
                      </a:moveTo>
                      <a:lnTo>
                        <a:pt x="100364" y="7085"/>
                      </a:lnTo>
                      <a:lnTo>
                        <a:pt x="521" y="7085"/>
                      </a:lnTo>
                      <a:lnTo>
                        <a:pt x="521" y="521"/>
                      </a:lnTo>
                      <a:close/>
                      <a:moveTo>
                        <a:pt x="261" y="0"/>
                      </a:moveTo>
                      <a:cubicBezTo>
                        <a:pt x="117" y="0"/>
                        <a:pt x="1" y="116"/>
                        <a:pt x="1" y="260"/>
                      </a:cubicBezTo>
                      <a:lnTo>
                        <a:pt x="1" y="7345"/>
                      </a:lnTo>
                      <a:cubicBezTo>
                        <a:pt x="1" y="7488"/>
                        <a:pt x="117" y="7606"/>
                        <a:pt x="261" y="7606"/>
                      </a:cubicBezTo>
                      <a:lnTo>
                        <a:pt x="100624" y="7606"/>
                      </a:lnTo>
                      <a:cubicBezTo>
                        <a:pt x="100768" y="7606"/>
                        <a:pt x="100884" y="7488"/>
                        <a:pt x="100884" y="7345"/>
                      </a:cubicBezTo>
                      <a:lnTo>
                        <a:pt x="100884" y="260"/>
                      </a:lnTo>
                      <a:cubicBezTo>
                        <a:pt x="100884" y="116"/>
                        <a:pt x="100768" y="0"/>
                        <a:pt x="10062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0" name="Google Shape;170;p29"/>
                <p:cNvSpPr/>
                <p:nvPr/>
              </p:nvSpPr>
              <p:spPr>
                <a:xfrm>
                  <a:off x="-5745350" y="3345975"/>
                  <a:ext cx="2864125" cy="191100"/>
                </a:xfrm>
                <a:custGeom>
                  <a:avLst/>
                  <a:gdLst/>
                  <a:ahLst/>
                  <a:cxnLst/>
                  <a:rect l="l" t="t" r="r" b="b"/>
                  <a:pathLst>
                    <a:path w="114565" h="7644" extrusionOk="0">
                      <a:moveTo>
                        <a:pt x="7101" y="0"/>
                      </a:moveTo>
                      <a:lnTo>
                        <a:pt x="0" y="7644"/>
                      </a:lnTo>
                      <a:lnTo>
                        <a:pt x="114565" y="7644"/>
                      </a:lnTo>
                      <a:lnTo>
                        <a:pt x="1074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1" name="Google Shape;171;p29"/>
                <p:cNvSpPr/>
                <p:nvPr/>
              </p:nvSpPr>
              <p:spPr>
                <a:xfrm>
                  <a:off x="-5753975" y="3339475"/>
                  <a:ext cx="2881375" cy="204100"/>
                </a:xfrm>
                <a:custGeom>
                  <a:avLst/>
                  <a:gdLst/>
                  <a:ahLst/>
                  <a:cxnLst/>
                  <a:rect l="l" t="t" r="r" b="b"/>
                  <a:pathLst>
                    <a:path w="115255" h="8164" extrusionOk="0">
                      <a:moveTo>
                        <a:pt x="107696" y="521"/>
                      </a:moveTo>
                      <a:lnTo>
                        <a:pt x="114313" y="7643"/>
                      </a:lnTo>
                      <a:lnTo>
                        <a:pt x="943" y="7643"/>
                      </a:lnTo>
                      <a:lnTo>
                        <a:pt x="7559" y="521"/>
                      </a:lnTo>
                      <a:close/>
                      <a:moveTo>
                        <a:pt x="7446" y="0"/>
                      </a:moveTo>
                      <a:cubicBezTo>
                        <a:pt x="7373" y="0"/>
                        <a:pt x="7304" y="30"/>
                        <a:pt x="7255" y="84"/>
                      </a:cubicBezTo>
                      <a:lnTo>
                        <a:pt x="155" y="7727"/>
                      </a:lnTo>
                      <a:cubicBezTo>
                        <a:pt x="0" y="7893"/>
                        <a:pt x="119" y="8164"/>
                        <a:pt x="345" y="8164"/>
                      </a:cubicBezTo>
                      <a:lnTo>
                        <a:pt x="114910" y="8164"/>
                      </a:lnTo>
                      <a:cubicBezTo>
                        <a:pt x="115136" y="8164"/>
                        <a:pt x="115255" y="7894"/>
                        <a:pt x="115100" y="7727"/>
                      </a:cubicBezTo>
                      <a:lnTo>
                        <a:pt x="108000" y="84"/>
                      </a:lnTo>
                      <a:cubicBezTo>
                        <a:pt x="107951" y="30"/>
                        <a:pt x="107882" y="0"/>
                        <a:pt x="10780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2" name="Google Shape;172;p29"/>
                <p:cNvSpPr/>
                <p:nvPr/>
              </p:nvSpPr>
              <p:spPr>
                <a:xfrm>
                  <a:off x="-5744850" y="3537050"/>
                  <a:ext cx="2863125" cy="186475"/>
                </a:xfrm>
                <a:custGeom>
                  <a:avLst/>
                  <a:gdLst/>
                  <a:ahLst/>
                  <a:cxnLst/>
                  <a:rect l="l" t="t" r="r" b="b"/>
                  <a:pathLst>
                    <a:path w="114525" h="7459" extrusionOk="0">
                      <a:moveTo>
                        <a:pt x="1" y="1"/>
                      </a:moveTo>
                      <a:lnTo>
                        <a:pt x="1" y="7459"/>
                      </a:lnTo>
                      <a:lnTo>
                        <a:pt x="114524" y="7459"/>
                      </a:lnTo>
                      <a:lnTo>
                        <a:pt x="114524"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3" name="Google Shape;173;p29"/>
                <p:cNvSpPr/>
                <p:nvPr/>
              </p:nvSpPr>
              <p:spPr>
                <a:xfrm>
                  <a:off x="-5751350" y="3530550"/>
                  <a:ext cx="2876125" cy="199475"/>
                </a:xfrm>
                <a:custGeom>
                  <a:avLst/>
                  <a:gdLst/>
                  <a:ahLst/>
                  <a:cxnLst/>
                  <a:rect l="l" t="t" r="r" b="b"/>
                  <a:pathLst>
                    <a:path w="115045" h="7979" extrusionOk="0">
                      <a:moveTo>
                        <a:pt x="114524" y="521"/>
                      </a:moveTo>
                      <a:lnTo>
                        <a:pt x="114524" y="7458"/>
                      </a:lnTo>
                      <a:lnTo>
                        <a:pt x="521" y="7458"/>
                      </a:lnTo>
                      <a:lnTo>
                        <a:pt x="521" y="521"/>
                      </a:lnTo>
                      <a:close/>
                      <a:moveTo>
                        <a:pt x="261" y="0"/>
                      </a:moveTo>
                      <a:cubicBezTo>
                        <a:pt x="117" y="0"/>
                        <a:pt x="1" y="116"/>
                        <a:pt x="1" y="261"/>
                      </a:cubicBezTo>
                      <a:lnTo>
                        <a:pt x="1" y="7719"/>
                      </a:lnTo>
                      <a:cubicBezTo>
                        <a:pt x="1" y="7861"/>
                        <a:pt x="117" y="7979"/>
                        <a:pt x="261" y="7979"/>
                      </a:cubicBezTo>
                      <a:lnTo>
                        <a:pt x="114784" y="7979"/>
                      </a:lnTo>
                      <a:cubicBezTo>
                        <a:pt x="114928" y="7979"/>
                        <a:pt x="115044" y="7861"/>
                        <a:pt x="115044" y="7719"/>
                      </a:cubicBezTo>
                      <a:lnTo>
                        <a:pt x="115044" y="261"/>
                      </a:lnTo>
                      <a:cubicBezTo>
                        <a:pt x="115044" y="116"/>
                        <a:pt x="114928" y="0"/>
                        <a:pt x="11478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4" name="Google Shape;174;p29"/>
                <p:cNvSpPr/>
                <p:nvPr/>
              </p:nvSpPr>
              <p:spPr>
                <a:xfrm>
                  <a:off x="-4347575" y="-413325"/>
                  <a:ext cx="466400" cy="1692575"/>
                </a:xfrm>
                <a:custGeom>
                  <a:avLst/>
                  <a:gdLst/>
                  <a:ahLst/>
                  <a:cxnLst/>
                  <a:rect l="l" t="t" r="r" b="b"/>
                  <a:pathLst>
                    <a:path w="18656" h="67703" extrusionOk="0">
                      <a:moveTo>
                        <a:pt x="18135" y="0"/>
                      </a:moveTo>
                      <a:lnTo>
                        <a:pt x="18135" y="19792"/>
                      </a:lnTo>
                      <a:lnTo>
                        <a:pt x="0" y="19792"/>
                      </a:lnTo>
                      <a:lnTo>
                        <a:pt x="0" y="67703"/>
                      </a:lnTo>
                      <a:lnTo>
                        <a:pt x="521" y="67703"/>
                      </a:lnTo>
                      <a:lnTo>
                        <a:pt x="521" y="20313"/>
                      </a:lnTo>
                      <a:lnTo>
                        <a:pt x="18655" y="20313"/>
                      </a:lnTo>
                      <a:lnTo>
                        <a:pt x="18655"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5" name="Google Shape;175;p29"/>
                <p:cNvSpPr/>
                <p:nvPr/>
              </p:nvSpPr>
              <p:spPr>
                <a:xfrm>
                  <a:off x="-4170425" y="-413325"/>
                  <a:ext cx="13050" cy="495700"/>
                </a:xfrm>
                <a:custGeom>
                  <a:avLst/>
                  <a:gdLst/>
                  <a:ahLst/>
                  <a:cxnLst/>
                  <a:rect l="l" t="t" r="r" b="b"/>
                  <a:pathLst>
                    <a:path w="522" h="19828" extrusionOk="0">
                      <a:moveTo>
                        <a:pt x="0" y="0"/>
                      </a:moveTo>
                      <a:lnTo>
                        <a:pt x="0" y="19828"/>
                      </a:lnTo>
                      <a:lnTo>
                        <a:pt x="521" y="19828"/>
                      </a:lnTo>
                      <a:lnTo>
                        <a:pt x="521"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6" name="Google Shape;176;p29"/>
                <p:cNvSpPr/>
                <p:nvPr/>
              </p:nvSpPr>
              <p:spPr>
                <a:xfrm>
                  <a:off x="-6823850" y="1135200"/>
                  <a:ext cx="2414425" cy="330175"/>
                </a:xfrm>
                <a:custGeom>
                  <a:avLst/>
                  <a:gdLst/>
                  <a:ahLst/>
                  <a:cxnLst/>
                  <a:rect l="l" t="t" r="r" b="b"/>
                  <a:pathLst>
                    <a:path w="96577" h="13207" extrusionOk="0">
                      <a:moveTo>
                        <a:pt x="1" y="1"/>
                      </a:moveTo>
                      <a:lnTo>
                        <a:pt x="1" y="521"/>
                      </a:lnTo>
                      <a:lnTo>
                        <a:pt x="16928" y="521"/>
                      </a:lnTo>
                      <a:lnTo>
                        <a:pt x="16928" y="13207"/>
                      </a:lnTo>
                      <a:lnTo>
                        <a:pt x="96576" y="13207"/>
                      </a:lnTo>
                      <a:lnTo>
                        <a:pt x="96576" y="12686"/>
                      </a:lnTo>
                      <a:lnTo>
                        <a:pt x="17449" y="12686"/>
                      </a:lnTo>
                      <a:lnTo>
                        <a:pt x="17449"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7" name="Google Shape;177;p29"/>
                <p:cNvSpPr/>
                <p:nvPr/>
              </p:nvSpPr>
              <p:spPr>
                <a:xfrm>
                  <a:off x="-5009350" y="-730475"/>
                  <a:ext cx="330175" cy="1698300"/>
                </a:xfrm>
                <a:custGeom>
                  <a:avLst/>
                  <a:gdLst/>
                  <a:ahLst/>
                  <a:cxnLst/>
                  <a:rect l="l" t="t" r="r" b="b"/>
                  <a:pathLst>
                    <a:path w="13207" h="67932" extrusionOk="0">
                      <a:moveTo>
                        <a:pt x="10232" y="1"/>
                      </a:moveTo>
                      <a:lnTo>
                        <a:pt x="10232" y="17747"/>
                      </a:lnTo>
                      <a:lnTo>
                        <a:pt x="1" y="17747"/>
                      </a:lnTo>
                      <a:lnTo>
                        <a:pt x="1" y="29725"/>
                      </a:lnTo>
                      <a:lnTo>
                        <a:pt x="12686" y="29725"/>
                      </a:lnTo>
                      <a:lnTo>
                        <a:pt x="12686" y="67931"/>
                      </a:lnTo>
                      <a:lnTo>
                        <a:pt x="13207" y="67931"/>
                      </a:lnTo>
                      <a:lnTo>
                        <a:pt x="13207" y="29204"/>
                      </a:lnTo>
                      <a:lnTo>
                        <a:pt x="522" y="29204"/>
                      </a:lnTo>
                      <a:lnTo>
                        <a:pt x="522" y="18267"/>
                      </a:lnTo>
                      <a:lnTo>
                        <a:pt x="10752" y="18267"/>
                      </a:lnTo>
                      <a:lnTo>
                        <a:pt x="10752"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8" name="Google Shape;178;p29"/>
                <p:cNvSpPr/>
                <p:nvPr/>
              </p:nvSpPr>
              <p:spPr>
                <a:xfrm>
                  <a:off x="-3352000" y="-327750"/>
                  <a:ext cx="323675" cy="927275"/>
                </a:xfrm>
                <a:custGeom>
                  <a:avLst/>
                  <a:gdLst/>
                  <a:ahLst/>
                  <a:cxnLst/>
                  <a:rect l="l" t="t" r="r" b="b"/>
                  <a:pathLst>
                    <a:path w="12947" h="37091" extrusionOk="0">
                      <a:moveTo>
                        <a:pt x="6957" y="1"/>
                      </a:moveTo>
                      <a:lnTo>
                        <a:pt x="6957" y="11049"/>
                      </a:lnTo>
                      <a:lnTo>
                        <a:pt x="0" y="11049"/>
                      </a:lnTo>
                      <a:lnTo>
                        <a:pt x="0" y="37090"/>
                      </a:lnTo>
                      <a:lnTo>
                        <a:pt x="521" y="37090"/>
                      </a:lnTo>
                      <a:lnTo>
                        <a:pt x="521" y="11569"/>
                      </a:lnTo>
                      <a:lnTo>
                        <a:pt x="7477" y="11569"/>
                      </a:lnTo>
                      <a:lnTo>
                        <a:pt x="7477" y="521"/>
                      </a:lnTo>
                      <a:lnTo>
                        <a:pt x="12947" y="521"/>
                      </a:lnTo>
                      <a:lnTo>
                        <a:pt x="12947"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9" name="Google Shape;179;p29"/>
                <p:cNvSpPr/>
                <p:nvPr/>
              </p:nvSpPr>
              <p:spPr>
                <a:xfrm>
                  <a:off x="-5602700" y="-454250"/>
                  <a:ext cx="156250" cy="992375"/>
                </a:xfrm>
                <a:custGeom>
                  <a:avLst/>
                  <a:gdLst/>
                  <a:ahLst/>
                  <a:cxnLst/>
                  <a:rect l="l" t="t" r="r" b="b"/>
                  <a:pathLst>
                    <a:path w="6250" h="39695" extrusionOk="0">
                      <a:moveTo>
                        <a:pt x="0" y="0"/>
                      </a:moveTo>
                      <a:lnTo>
                        <a:pt x="0" y="14432"/>
                      </a:lnTo>
                      <a:lnTo>
                        <a:pt x="5730" y="20160"/>
                      </a:lnTo>
                      <a:lnTo>
                        <a:pt x="5730" y="39695"/>
                      </a:lnTo>
                      <a:lnTo>
                        <a:pt x="6249" y="39695"/>
                      </a:lnTo>
                      <a:lnTo>
                        <a:pt x="6249" y="19945"/>
                      </a:lnTo>
                      <a:lnTo>
                        <a:pt x="521" y="14216"/>
                      </a:lnTo>
                      <a:lnTo>
                        <a:pt x="521"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0" name="Google Shape;180;p29"/>
                <p:cNvSpPr/>
                <p:nvPr/>
              </p:nvSpPr>
              <p:spPr>
                <a:xfrm>
                  <a:off x="-6721550" y="603225"/>
                  <a:ext cx="910525" cy="309700"/>
                </a:xfrm>
                <a:custGeom>
                  <a:avLst/>
                  <a:gdLst/>
                  <a:ahLst/>
                  <a:cxnLst/>
                  <a:rect l="l" t="t" r="r" b="b"/>
                  <a:pathLst>
                    <a:path w="36421" h="12388" extrusionOk="0">
                      <a:moveTo>
                        <a:pt x="0" y="0"/>
                      </a:moveTo>
                      <a:lnTo>
                        <a:pt x="0" y="521"/>
                      </a:lnTo>
                      <a:lnTo>
                        <a:pt x="21020" y="521"/>
                      </a:lnTo>
                      <a:lnTo>
                        <a:pt x="21020" y="12388"/>
                      </a:lnTo>
                      <a:lnTo>
                        <a:pt x="36421" y="12388"/>
                      </a:lnTo>
                      <a:lnTo>
                        <a:pt x="36421" y="11867"/>
                      </a:lnTo>
                      <a:lnTo>
                        <a:pt x="21540" y="11867"/>
                      </a:lnTo>
                      <a:lnTo>
                        <a:pt x="21540"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1" name="Google Shape;181;p29"/>
                <p:cNvSpPr/>
                <p:nvPr/>
              </p:nvSpPr>
              <p:spPr>
                <a:xfrm>
                  <a:off x="-6138425" y="2512600"/>
                  <a:ext cx="681750" cy="569200"/>
                </a:xfrm>
                <a:custGeom>
                  <a:avLst/>
                  <a:gdLst/>
                  <a:ahLst/>
                  <a:cxnLst/>
                  <a:rect l="l" t="t" r="r" b="b"/>
                  <a:pathLst>
                    <a:path w="27270" h="22768" extrusionOk="0">
                      <a:moveTo>
                        <a:pt x="26750" y="1"/>
                      </a:moveTo>
                      <a:lnTo>
                        <a:pt x="26750" y="10379"/>
                      </a:lnTo>
                      <a:lnTo>
                        <a:pt x="19792" y="10379"/>
                      </a:lnTo>
                      <a:lnTo>
                        <a:pt x="19792" y="22247"/>
                      </a:lnTo>
                      <a:lnTo>
                        <a:pt x="1" y="22247"/>
                      </a:lnTo>
                      <a:lnTo>
                        <a:pt x="1" y="22768"/>
                      </a:lnTo>
                      <a:lnTo>
                        <a:pt x="20313" y="22768"/>
                      </a:lnTo>
                      <a:lnTo>
                        <a:pt x="20313" y="10900"/>
                      </a:lnTo>
                      <a:lnTo>
                        <a:pt x="27269" y="10900"/>
                      </a:lnTo>
                      <a:lnTo>
                        <a:pt x="27269"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2" name="Google Shape;182;p29"/>
                <p:cNvSpPr/>
                <p:nvPr/>
              </p:nvSpPr>
              <p:spPr>
                <a:xfrm>
                  <a:off x="-3556625" y="2553500"/>
                  <a:ext cx="865900" cy="405525"/>
                </a:xfrm>
                <a:custGeom>
                  <a:avLst/>
                  <a:gdLst/>
                  <a:ahLst/>
                  <a:cxnLst/>
                  <a:rect l="l" t="t" r="r" b="b"/>
                  <a:pathLst>
                    <a:path w="34636" h="16221" extrusionOk="0">
                      <a:moveTo>
                        <a:pt x="1" y="0"/>
                      </a:moveTo>
                      <a:lnTo>
                        <a:pt x="1" y="11310"/>
                      </a:lnTo>
                      <a:lnTo>
                        <a:pt x="16481" y="11310"/>
                      </a:lnTo>
                      <a:lnTo>
                        <a:pt x="16481" y="6809"/>
                      </a:lnTo>
                      <a:lnTo>
                        <a:pt x="20462" y="6809"/>
                      </a:lnTo>
                      <a:lnTo>
                        <a:pt x="20462" y="16220"/>
                      </a:lnTo>
                      <a:lnTo>
                        <a:pt x="34636" y="16220"/>
                      </a:lnTo>
                      <a:lnTo>
                        <a:pt x="34636" y="15700"/>
                      </a:lnTo>
                      <a:lnTo>
                        <a:pt x="20983" y="15700"/>
                      </a:lnTo>
                      <a:lnTo>
                        <a:pt x="20983" y="6289"/>
                      </a:lnTo>
                      <a:lnTo>
                        <a:pt x="15960" y="6289"/>
                      </a:lnTo>
                      <a:lnTo>
                        <a:pt x="15960" y="10790"/>
                      </a:lnTo>
                      <a:lnTo>
                        <a:pt x="521" y="10790"/>
                      </a:lnTo>
                      <a:lnTo>
                        <a:pt x="521"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3" name="Google Shape;183;p29"/>
                <p:cNvSpPr/>
                <p:nvPr/>
              </p:nvSpPr>
              <p:spPr>
                <a:xfrm>
                  <a:off x="-3919200" y="-442500"/>
                  <a:ext cx="60700" cy="58400"/>
                </a:xfrm>
                <a:custGeom>
                  <a:avLst/>
                  <a:gdLst/>
                  <a:ahLst/>
                  <a:cxnLst/>
                  <a:rect l="l" t="t" r="r" b="b"/>
                  <a:pathLst>
                    <a:path w="2428" h="2336" extrusionOk="0">
                      <a:moveTo>
                        <a:pt x="1260" y="0"/>
                      </a:moveTo>
                      <a:cubicBezTo>
                        <a:pt x="788" y="0"/>
                        <a:pt x="363" y="285"/>
                        <a:pt x="181" y="720"/>
                      </a:cubicBezTo>
                      <a:cubicBezTo>
                        <a:pt x="1" y="1156"/>
                        <a:pt x="101" y="1659"/>
                        <a:pt x="434" y="1993"/>
                      </a:cubicBezTo>
                      <a:cubicBezTo>
                        <a:pt x="658" y="2217"/>
                        <a:pt x="956" y="2335"/>
                        <a:pt x="1260" y="2335"/>
                      </a:cubicBezTo>
                      <a:cubicBezTo>
                        <a:pt x="1411" y="2335"/>
                        <a:pt x="1562" y="2306"/>
                        <a:pt x="1707" y="2246"/>
                      </a:cubicBezTo>
                      <a:cubicBezTo>
                        <a:pt x="2143" y="2066"/>
                        <a:pt x="2427" y="1640"/>
                        <a:pt x="2427" y="1167"/>
                      </a:cubicBezTo>
                      <a:cubicBezTo>
                        <a:pt x="2427" y="523"/>
                        <a:pt x="1905" y="0"/>
                        <a:pt x="1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4" name="Google Shape;184;p29"/>
                <p:cNvSpPr/>
                <p:nvPr/>
              </p:nvSpPr>
              <p:spPr>
                <a:xfrm>
                  <a:off x="-3926225" y="-449025"/>
                  <a:ext cx="74225" cy="71400"/>
                </a:xfrm>
                <a:custGeom>
                  <a:avLst/>
                  <a:gdLst/>
                  <a:ahLst/>
                  <a:cxnLst/>
                  <a:rect l="l" t="t" r="r" b="b"/>
                  <a:pathLst>
                    <a:path w="2969" h="2856" extrusionOk="0">
                      <a:moveTo>
                        <a:pt x="1541" y="521"/>
                      </a:moveTo>
                      <a:lnTo>
                        <a:pt x="1541" y="523"/>
                      </a:lnTo>
                      <a:cubicBezTo>
                        <a:pt x="2042" y="523"/>
                        <a:pt x="2448" y="928"/>
                        <a:pt x="2448" y="1428"/>
                      </a:cubicBezTo>
                      <a:cubicBezTo>
                        <a:pt x="2448" y="1795"/>
                        <a:pt x="2228" y="2126"/>
                        <a:pt x="1888" y="2266"/>
                      </a:cubicBezTo>
                      <a:cubicBezTo>
                        <a:pt x="1776" y="2313"/>
                        <a:pt x="1658" y="2335"/>
                        <a:pt x="1541" y="2335"/>
                      </a:cubicBezTo>
                      <a:cubicBezTo>
                        <a:pt x="1305" y="2335"/>
                        <a:pt x="1072" y="2243"/>
                        <a:pt x="899" y="2070"/>
                      </a:cubicBezTo>
                      <a:cubicBezTo>
                        <a:pt x="640" y="1811"/>
                        <a:pt x="563" y="1420"/>
                        <a:pt x="703" y="1081"/>
                      </a:cubicBezTo>
                      <a:cubicBezTo>
                        <a:pt x="843" y="743"/>
                        <a:pt x="1174" y="521"/>
                        <a:pt x="1541" y="521"/>
                      </a:cubicBezTo>
                      <a:close/>
                      <a:moveTo>
                        <a:pt x="1541" y="1"/>
                      </a:moveTo>
                      <a:cubicBezTo>
                        <a:pt x="1169" y="1"/>
                        <a:pt x="804" y="146"/>
                        <a:pt x="531" y="418"/>
                      </a:cubicBezTo>
                      <a:cubicBezTo>
                        <a:pt x="123" y="828"/>
                        <a:pt x="1" y="1442"/>
                        <a:pt x="222" y="1974"/>
                      </a:cubicBezTo>
                      <a:cubicBezTo>
                        <a:pt x="443" y="2508"/>
                        <a:pt x="963" y="2856"/>
                        <a:pt x="1541" y="2856"/>
                      </a:cubicBezTo>
                      <a:cubicBezTo>
                        <a:pt x="2329" y="2855"/>
                        <a:pt x="2967" y="2217"/>
                        <a:pt x="2969" y="1428"/>
                      </a:cubicBezTo>
                      <a:cubicBezTo>
                        <a:pt x="2969" y="851"/>
                        <a:pt x="2621" y="330"/>
                        <a:pt x="2087" y="110"/>
                      </a:cubicBezTo>
                      <a:cubicBezTo>
                        <a:pt x="1910" y="36"/>
                        <a:pt x="1725" y="1"/>
                        <a:pt x="154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5" name="Google Shape;185;p29"/>
                <p:cNvSpPr/>
                <p:nvPr/>
              </p:nvSpPr>
              <p:spPr>
                <a:xfrm>
                  <a:off x="-4194325" y="-442500"/>
                  <a:ext cx="60700" cy="58400"/>
                </a:xfrm>
                <a:custGeom>
                  <a:avLst/>
                  <a:gdLst/>
                  <a:ahLst/>
                  <a:cxnLst/>
                  <a:rect l="l" t="t" r="r" b="b"/>
                  <a:pathLst>
                    <a:path w="2428" h="2336" extrusionOk="0">
                      <a:moveTo>
                        <a:pt x="1260" y="0"/>
                      </a:moveTo>
                      <a:cubicBezTo>
                        <a:pt x="788" y="0"/>
                        <a:pt x="363" y="285"/>
                        <a:pt x="181" y="720"/>
                      </a:cubicBezTo>
                      <a:cubicBezTo>
                        <a:pt x="1" y="1156"/>
                        <a:pt x="101" y="1659"/>
                        <a:pt x="434" y="1993"/>
                      </a:cubicBezTo>
                      <a:cubicBezTo>
                        <a:pt x="658" y="2217"/>
                        <a:pt x="957" y="2335"/>
                        <a:pt x="1260" y="2335"/>
                      </a:cubicBezTo>
                      <a:cubicBezTo>
                        <a:pt x="1411" y="2335"/>
                        <a:pt x="1563" y="2306"/>
                        <a:pt x="1707" y="2246"/>
                      </a:cubicBezTo>
                      <a:cubicBezTo>
                        <a:pt x="2143" y="2066"/>
                        <a:pt x="2428" y="1640"/>
                        <a:pt x="2428" y="1167"/>
                      </a:cubicBezTo>
                      <a:cubicBezTo>
                        <a:pt x="2428" y="523"/>
                        <a:pt x="1906" y="0"/>
                        <a:pt x="1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6" name="Google Shape;186;p29"/>
                <p:cNvSpPr/>
                <p:nvPr/>
              </p:nvSpPr>
              <p:spPr>
                <a:xfrm>
                  <a:off x="-4201325" y="-449025"/>
                  <a:ext cx="74200" cy="71400"/>
                </a:xfrm>
                <a:custGeom>
                  <a:avLst/>
                  <a:gdLst/>
                  <a:ahLst/>
                  <a:cxnLst/>
                  <a:rect l="l" t="t" r="r" b="b"/>
                  <a:pathLst>
                    <a:path w="2968" h="2856" extrusionOk="0">
                      <a:moveTo>
                        <a:pt x="1540" y="521"/>
                      </a:moveTo>
                      <a:lnTo>
                        <a:pt x="1540" y="523"/>
                      </a:lnTo>
                      <a:cubicBezTo>
                        <a:pt x="2042" y="523"/>
                        <a:pt x="2447" y="928"/>
                        <a:pt x="2447" y="1428"/>
                      </a:cubicBezTo>
                      <a:cubicBezTo>
                        <a:pt x="2447" y="1795"/>
                        <a:pt x="2227" y="2126"/>
                        <a:pt x="1888" y="2266"/>
                      </a:cubicBezTo>
                      <a:cubicBezTo>
                        <a:pt x="1775" y="2313"/>
                        <a:pt x="1658" y="2335"/>
                        <a:pt x="1541" y="2335"/>
                      </a:cubicBezTo>
                      <a:cubicBezTo>
                        <a:pt x="1305" y="2335"/>
                        <a:pt x="1073" y="2243"/>
                        <a:pt x="898" y="2070"/>
                      </a:cubicBezTo>
                      <a:cubicBezTo>
                        <a:pt x="639" y="1811"/>
                        <a:pt x="562" y="1420"/>
                        <a:pt x="702" y="1081"/>
                      </a:cubicBezTo>
                      <a:cubicBezTo>
                        <a:pt x="843" y="743"/>
                        <a:pt x="1173" y="521"/>
                        <a:pt x="1540" y="521"/>
                      </a:cubicBezTo>
                      <a:close/>
                      <a:moveTo>
                        <a:pt x="1541" y="1"/>
                      </a:moveTo>
                      <a:cubicBezTo>
                        <a:pt x="1169" y="1"/>
                        <a:pt x="804" y="146"/>
                        <a:pt x="530" y="418"/>
                      </a:cubicBezTo>
                      <a:cubicBezTo>
                        <a:pt x="122" y="828"/>
                        <a:pt x="0" y="1442"/>
                        <a:pt x="222" y="1974"/>
                      </a:cubicBezTo>
                      <a:cubicBezTo>
                        <a:pt x="442" y="2508"/>
                        <a:pt x="963" y="2856"/>
                        <a:pt x="1540" y="2856"/>
                      </a:cubicBezTo>
                      <a:cubicBezTo>
                        <a:pt x="2329" y="2855"/>
                        <a:pt x="2967" y="2217"/>
                        <a:pt x="2968" y="1428"/>
                      </a:cubicBezTo>
                      <a:cubicBezTo>
                        <a:pt x="2968" y="851"/>
                        <a:pt x="2620" y="330"/>
                        <a:pt x="2088" y="110"/>
                      </a:cubicBezTo>
                      <a:cubicBezTo>
                        <a:pt x="1911" y="36"/>
                        <a:pt x="1725" y="1"/>
                        <a:pt x="154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7" name="Google Shape;187;p29"/>
                <p:cNvSpPr/>
                <p:nvPr/>
              </p:nvSpPr>
              <p:spPr>
                <a:xfrm>
                  <a:off x="-4778350" y="-768150"/>
                  <a:ext cx="60675" cy="58400"/>
                </a:xfrm>
                <a:custGeom>
                  <a:avLst/>
                  <a:gdLst/>
                  <a:ahLst/>
                  <a:cxnLst/>
                  <a:rect l="l" t="t" r="r" b="b"/>
                  <a:pathLst>
                    <a:path w="2427" h="2336" extrusionOk="0">
                      <a:moveTo>
                        <a:pt x="1259" y="0"/>
                      </a:moveTo>
                      <a:cubicBezTo>
                        <a:pt x="787" y="0"/>
                        <a:pt x="361" y="285"/>
                        <a:pt x="180" y="721"/>
                      </a:cubicBezTo>
                      <a:cubicBezTo>
                        <a:pt x="0" y="1157"/>
                        <a:pt x="99" y="1659"/>
                        <a:pt x="434" y="1993"/>
                      </a:cubicBezTo>
                      <a:cubicBezTo>
                        <a:pt x="657" y="2217"/>
                        <a:pt x="955" y="2335"/>
                        <a:pt x="1259" y="2335"/>
                      </a:cubicBezTo>
                      <a:cubicBezTo>
                        <a:pt x="1410" y="2335"/>
                        <a:pt x="1561" y="2306"/>
                        <a:pt x="1706" y="2247"/>
                      </a:cubicBezTo>
                      <a:cubicBezTo>
                        <a:pt x="2142" y="2066"/>
                        <a:pt x="2427" y="1640"/>
                        <a:pt x="2427" y="1168"/>
                      </a:cubicBezTo>
                      <a:cubicBezTo>
                        <a:pt x="2427" y="523"/>
                        <a:pt x="1904" y="0"/>
                        <a:pt x="125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8" name="Google Shape;188;p29"/>
                <p:cNvSpPr/>
                <p:nvPr/>
              </p:nvSpPr>
              <p:spPr>
                <a:xfrm>
                  <a:off x="-4785375" y="-774675"/>
                  <a:ext cx="74225" cy="71425"/>
                </a:xfrm>
                <a:custGeom>
                  <a:avLst/>
                  <a:gdLst/>
                  <a:ahLst/>
                  <a:cxnLst/>
                  <a:rect l="l" t="t" r="r" b="b"/>
                  <a:pathLst>
                    <a:path w="2969" h="2857" extrusionOk="0">
                      <a:moveTo>
                        <a:pt x="1540" y="522"/>
                      </a:moveTo>
                      <a:cubicBezTo>
                        <a:pt x="2040" y="522"/>
                        <a:pt x="2447" y="927"/>
                        <a:pt x="2447" y="1429"/>
                      </a:cubicBezTo>
                      <a:cubicBezTo>
                        <a:pt x="2447" y="1796"/>
                        <a:pt x="2226" y="2126"/>
                        <a:pt x="1887" y="2267"/>
                      </a:cubicBezTo>
                      <a:cubicBezTo>
                        <a:pt x="1775" y="2313"/>
                        <a:pt x="1657" y="2336"/>
                        <a:pt x="1540" y="2336"/>
                      </a:cubicBezTo>
                      <a:cubicBezTo>
                        <a:pt x="1304" y="2336"/>
                        <a:pt x="1072" y="2244"/>
                        <a:pt x="899" y="2070"/>
                      </a:cubicBezTo>
                      <a:cubicBezTo>
                        <a:pt x="639" y="1811"/>
                        <a:pt x="562" y="1420"/>
                        <a:pt x="702" y="1081"/>
                      </a:cubicBezTo>
                      <a:cubicBezTo>
                        <a:pt x="843" y="742"/>
                        <a:pt x="1173" y="522"/>
                        <a:pt x="1540" y="522"/>
                      </a:cubicBezTo>
                      <a:close/>
                      <a:moveTo>
                        <a:pt x="1540" y="1"/>
                      </a:moveTo>
                      <a:cubicBezTo>
                        <a:pt x="1168" y="1"/>
                        <a:pt x="803" y="146"/>
                        <a:pt x="530" y="419"/>
                      </a:cubicBezTo>
                      <a:cubicBezTo>
                        <a:pt x="122" y="827"/>
                        <a:pt x="0" y="1442"/>
                        <a:pt x="220" y="1975"/>
                      </a:cubicBezTo>
                      <a:cubicBezTo>
                        <a:pt x="442" y="2509"/>
                        <a:pt x="963" y="2856"/>
                        <a:pt x="1540" y="2856"/>
                      </a:cubicBezTo>
                      <a:cubicBezTo>
                        <a:pt x="2329" y="2856"/>
                        <a:pt x="2967" y="2217"/>
                        <a:pt x="2968" y="1429"/>
                      </a:cubicBezTo>
                      <a:cubicBezTo>
                        <a:pt x="2968" y="851"/>
                        <a:pt x="2621" y="330"/>
                        <a:pt x="2086" y="110"/>
                      </a:cubicBezTo>
                      <a:cubicBezTo>
                        <a:pt x="1909" y="37"/>
                        <a:pt x="1724" y="1"/>
                        <a:pt x="154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9" name="Google Shape;189;p29"/>
                <p:cNvSpPr/>
                <p:nvPr/>
              </p:nvSpPr>
              <p:spPr>
                <a:xfrm>
                  <a:off x="-5627475" y="-498225"/>
                  <a:ext cx="60700" cy="58425"/>
                </a:xfrm>
                <a:custGeom>
                  <a:avLst/>
                  <a:gdLst/>
                  <a:ahLst/>
                  <a:cxnLst/>
                  <a:rect l="l" t="t" r="r" b="b"/>
                  <a:pathLst>
                    <a:path w="2428" h="2337" extrusionOk="0">
                      <a:moveTo>
                        <a:pt x="1260" y="1"/>
                      </a:moveTo>
                      <a:cubicBezTo>
                        <a:pt x="788" y="1"/>
                        <a:pt x="361" y="286"/>
                        <a:pt x="181" y="721"/>
                      </a:cubicBezTo>
                      <a:cubicBezTo>
                        <a:pt x="1" y="1157"/>
                        <a:pt x="100" y="1660"/>
                        <a:pt x="434" y="1994"/>
                      </a:cubicBezTo>
                      <a:cubicBezTo>
                        <a:pt x="657" y="2218"/>
                        <a:pt x="956" y="2336"/>
                        <a:pt x="1260" y="2336"/>
                      </a:cubicBezTo>
                      <a:cubicBezTo>
                        <a:pt x="1411" y="2336"/>
                        <a:pt x="1562" y="2307"/>
                        <a:pt x="1707" y="2247"/>
                      </a:cubicBezTo>
                      <a:cubicBezTo>
                        <a:pt x="2143" y="2067"/>
                        <a:pt x="2427" y="1641"/>
                        <a:pt x="2427" y="1168"/>
                      </a:cubicBezTo>
                      <a:cubicBezTo>
                        <a:pt x="2427" y="524"/>
                        <a:pt x="1904" y="1"/>
                        <a:pt x="126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0" name="Google Shape;190;p29"/>
                <p:cNvSpPr/>
                <p:nvPr/>
              </p:nvSpPr>
              <p:spPr>
                <a:xfrm>
                  <a:off x="-5634475" y="-504725"/>
                  <a:ext cx="74225" cy="71400"/>
                </a:xfrm>
                <a:custGeom>
                  <a:avLst/>
                  <a:gdLst/>
                  <a:ahLst/>
                  <a:cxnLst/>
                  <a:rect l="l" t="t" r="r" b="b"/>
                  <a:pathLst>
                    <a:path w="2969" h="2856" extrusionOk="0">
                      <a:moveTo>
                        <a:pt x="1540" y="521"/>
                      </a:moveTo>
                      <a:cubicBezTo>
                        <a:pt x="2041" y="523"/>
                        <a:pt x="2447" y="928"/>
                        <a:pt x="2448" y="1428"/>
                      </a:cubicBezTo>
                      <a:cubicBezTo>
                        <a:pt x="2448" y="1795"/>
                        <a:pt x="2226" y="2126"/>
                        <a:pt x="1887" y="2266"/>
                      </a:cubicBezTo>
                      <a:cubicBezTo>
                        <a:pt x="1775" y="2313"/>
                        <a:pt x="1657" y="2335"/>
                        <a:pt x="1540" y="2335"/>
                      </a:cubicBezTo>
                      <a:cubicBezTo>
                        <a:pt x="1304" y="2335"/>
                        <a:pt x="1073" y="2243"/>
                        <a:pt x="899" y="2070"/>
                      </a:cubicBezTo>
                      <a:cubicBezTo>
                        <a:pt x="640" y="1810"/>
                        <a:pt x="561" y="1420"/>
                        <a:pt x="702" y="1081"/>
                      </a:cubicBezTo>
                      <a:cubicBezTo>
                        <a:pt x="842" y="742"/>
                        <a:pt x="1173" y="521"/>
                        <a:pt x="1540" y="521"/>
                      </a:cubicBezTo>
                      <a:close/>
                      <a:moveTo>
                        <a:pt x="1540" y="0"/>
                      </a:moveTo>
                      <a:cubicBezTo>
                        <a:pt x="1169" y="0"/>
                        <a:pt x="804" y="146"/>
                        <a:pt x="531" y="418"/>
                      </a:cubicBezTo>
                      <a:cubicBezTo>
                        <a:pt x="122" y="826"/>
                        <a:pt x="1" y="1440"/>
                        <a:pt x="221" y="1974"/>
                      </a:cubicBezTo>
                      <a:cubicBezTo>
                        <a:pt x="442" y="2508"/>
                        <a:pt x="962" y="2856"/>
                        <a:pt x="1540" y="2856"/>
                      </a:cubicBezTo>
                      <a:cubicBezTo>
                        <a:pt x="2328" y="2855"/>
                        <a:pt x="2967" y="2217"/>
                        <a:pt x="2969" y="1428"/>
                      </a:cubicBezTo>
                      <a:cubicBezTo>
                        <a:pt x="2969" y="851"/>
                        <a:pt x="2620" y="330"/>
                        <a:pt x="2087" y="110"/>
                      </a:cubicBezTo>
                      <a:cubicBezTo>
                        <a:pt x="1910" y="36"/>
                        <a:pt x="1724" y="0"/>
                        <a:pt x="154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1" name="Google Shape;191;p29"/>
                <p:cNvSpPr/>
                <p:nvPr/>
              </p:nvSpPr>
              <p:spPr>
                <a:xfrm>
                  <a:off x="-6753025" y="580550"/>
                  <a:ext cx="60675" cy="58375"/>
                </a:xfrm>
                <a:custGeom>
                  <a:avLst/>
                  <a:gdLst/>
                  <a:ahLst/>
                  <a:cxnLst/>
                  <a:rect l="l" t="t" r="r" b="b"/>
                  <a:pathLst>
                    <a:path w="2427" h="2335" extrusionOk="0">
                      <a:moveTo>
                        <a:pt x="1259" y="0"/>
                      </a:moveTo>
                      <a:cubicBezTo>
                        <a:pt x="787" y="0"/>
                        <a:pt x="362" y="285"/>
                        <a:pt x="182" y="721"/>
                      </a:cubicBezTo>
                      <a:cubicBezTo>
                        <a:pt x="0" y="1157"/>
                        <a:pt x="101" y="1659"/>
                        <a:pt x="435" y="1992"/>
                      </a:cubicBezTo>
                      <a:cubicBezTo>
                        <a:pt x="657" y="2216"/>
                        <a:pt x="956" y="2335"/>
                        <a:pt x="1260" y="2335"/>
                      </a:cubicBezTo>
                      <a:cubicBezTo>
                        <a:pt x="1410" y="2335"/>
                        <a:pt x="1562" y="2306"/>
                        <a:pt x="1706" y="2245"/>
                      </a:cubicBezTo>
                      <a:cubicBezTo>
                        <a:pt x="2142" y="2065"/>
                        <a:pt x="2427" y="1640"/>
                        <a:pt x="2427" y="1168"/>
                      </a:cubicBezTo>
                      <a:cubicBezTo>
                        <a:pt x="2427" y="522"/>
                        <a:pt x="1905" y="0"/>
                        <a:pt x="125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2" name="Google Shape;192;p29"/>
                <p:cNvSpPr/>
                <p:nvPr/>
              </p:nvSpPr>
              <p:spPr>
                <a:xfrm>
                  <a:off x="-6760050" y="574025"/>
                  <a:ext cx="74225" cy="71425"/>
                </a:xfrm>
                <a:custGeom>
                  <a:avLst/>
                  <a:gdLst/>
                  <a:ahLst/>
                  <a:cxnLst/>
                  <a:rect l="l" t="t" r="r" b="b"/>
                  <a:pathLst>
                    <a:path w="2969" h="2857" extrusionOk="0">
                      <a:moveTo>
                        <a:pt x="1540" y="522"/>
                      </a:moveTo>
                      <a:cubicBezTo>
                        <a:pt x="2042" y="522"/>
                        <a:pt x="2447" y="927"/>
                        <a:pt x="2447" y="1429"/>
                      </a:cubicBezTo>
                      <a:cubicBezTo>
                        <a:pt x="2447" y="1796"/>
                        <a:pt x="2227" y="2126"/>
                        <a:pt x="1888" y="2267"/>
                      </a:cubicBezTo>
                      <a:cubicBezTo>
                        <a:pt x="1776" y="2313"/>
                        <a:pt x="1658" y="2336"/>
                        <a:pt x="1541" y="2336"/>
                      </a:cubicBezTo>
                      <a:cubicBezTo>
                        <a:pt x="1305" y="2336"/>
                        <a:pt x="1073" y="2243"/>
                        <a:pt x="899" y="2069"/>
                      </a:cubicBezTo>
                      <a:cubicBezTo>
                        <a:pt x="639" y="1810"/>
                        <a:pt x="562" y="1420"/>
                        <a:pt x="702" y="1081"/>
                      </a:cubicBezTo>
                      <a:cubicBezTo>
                        <a:pt x="843" y="742"/>
                        <a:pt x="1173" y="522"/>
                        <a:pt x="1540" y="522"/>
                      </a:cubicBezTo>
                      <a:close/>
                      <a:moveTo>
                        <a:pt x="1542" y="1"/>
                      </a:moveTo>
                      <a:cubicBezTo>
                        <a:pt x="1170" y="1"/>
                        <a:pt x="804" y="146"/>
                        <a:pt x="530" y="419"/>
                      </a:cubicBezTo>
                      <a:cubicBezTo>
                        <a:pt x="122" y="827"/>
                        <a:pt x="0" y="1441"/>
                        <a:pt x="222" y="1975"/>
                      </a:cubicBezTo>
                      <a:cubicBezTo>
                        <a:pt x="442" y="2509"/>
                        <a:pt x="963" y="2856"/>
                        <a:pt x="1540" y="2856"/>
                      </a:cubicBezTo>
                      <a:cubicBezTo>
                        <a:pt x="2329" y="2855"/>
                        <a:pt x="2967" y="2217"/>
                        <a:pt x="2968" y="1429"/>
                      </a:cubicBezTo>
                      <a:cubicBezTo>
                        <a:pt x="2968" y="851"/>
                        <a:pt x="2621" y="330"/>
                        <a:pt x="2086" y="109"/>
                      </a:cubicBezTo>
                      <a:cubicBezTo>
                        <a:pt x="1910" y="36"/>
                        <a:pt x="1725" y="1"/>
                        <a:pt x="154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3" name="Google Shape;193;p29"/>
                <p:cNvSpPr/>
                <p:nvPr/>
              </p:nvSpPr>
              <p:spPr>
                <a:xfrm>
                  <a:off x="-6854475" y="1111650"/>
                  <a:ext cx="60675" cy="58400"/>
                </a:xfrm>
                <a:custGeom>
                  <a:avLst/>
                  <a:gdLst/>
                  <a:ahLst/>
                  <a:cxnLst/>
                  <a:rect l="l" t="t" r="r" b="b"/>
                  <a:pathLst>
                    <a:path w="2427" h="2336" extrusionOk="0">
                      <a:moveTo>
                        <a:pt x="1260" y="0"/>
                      </a:moveTo>
                      <a:cubicBezTo>
                        <a:pt x="787" y="0"/>
                        <a:pt x="362" y="285"/>
                        <a:pt x="181" y="721"/>
                      </a:cubicBezTo>
                      <a:cubicBezTo>
                        <a:pt x="0" y="1157"/>
                        <a:pt x="101" y="1659"/>
                        <a:pt x="434" y="1994"/>
                      </a:cubicBezTo>
                      <a:cubicBezTo>
                        <a:pt x="658" y="2217"/>
                        <a:pt x="957" y="2335"/>
                        <a:pt x="1261" y="2335"/>
                      </a:cubicBezTo>
                      <a:cubicBezTo>
                        <a:pt x="1411" y="2335"/>
                        <a:pt x="1562" y="2306"/>
                        <a:pt x="1706" y="2247"/>
                      </a:cubicBezTo>
                      <a:cubicBezTo>
                        <a:pt x="2142" y="2066"/>
                        <a:pt x="2427" y="1640"/>
                        <a:pt x="2427" y="1168"/>
                      </a:cubicBezTo>
                      <a:cubicBezTo>
                        <a:pt x="2427" y="522"/>
                        <a:pt x="1905" y="0"/>
                        <a:pt x="1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4" name="Google Shape;194;p29"/>
                <p:cNvSpPr/>
                <p:nvPr/>
              </p:nvSpPr>
              <p:spPr>
                <a:xfrm>
                  <a:off x="-6861500" y="1105125"/>
                  <a:ext cx="74250" cy="71425"/>
                </a:xfrm>
                <a:custGeom>
                  <a:avLst/>
                  <a:gdLst/>
                  <a:ahLst/>
                  <a:cxnLst/>
                  <a:rect l="l" t="t" r="r" b="b"/>
                  <a:pathLst>
                    <a:path w="2970" h="2857" extrusionOk="0">
                      <a:moveTo>
                        <a:pt x="1541" y="521"/>
                      </a:moveTo>
                      <a:cubicBezTo>
                        <a:pt x="2042" y="521"/>
                        <a:pt x="2448" y="927"/>
                        <a:pt x="2448" y="1429"/>
                      </a:cubicBezTo>
                      <a:cubicBezTo>
                        <a:pt x="2448" y="1796"/>
                        <a:pt x="2227" y="2126"/>
                        <a:pt x="1888" y="2267"/>
                      </a:cubicBezTo>
                      <a:cubicBezTo>
                        <a:pt x="1776" y="2313"/>
                        <a:pt x="1659" y="2336"/>
                        <a:pt x="1542" y="2336"/>
                      </a:cubicBezTo>
                      <a:cubicBezTo>
                        <a:pt x="1306" y="2336"/>
                        <a:pt x="1073" y="2243"/>
                        <a:pt x="899" y="2069"/>
                      </a:cubicBezTo>
                      <a:cubicBezTo>
                        <a:pt x="640" y="1810"/>
                        <a:pt x="562" y="1420"/>
                        <a:pt x="703" y="1081"/>
                      </a:cubicBezTo>
                      <a:cubicBezTo>
                        <a:pt x="843" y="742"/>
                        <a:pt x="1174" y="521"/>
                        <a:pt x="1541" y="521"/>
                      </a:cubicBezTo>
                      <a:close/>
                      <a:moveTo>
                        <a:pt x="1541" y="0"/>
                      </a:moveTo>
                      <a:cubicBezTo>
                        <a:pt x="1170" y="0"/>
                        <a:pt x="805" y="145"/>
                        <a:pt x="532" y="419"/>
                      </a:cubicBezTo>
                      <a:cubicBezTo>
                        <a:pt x="123" y="827"/>
                        <a:pt x="0" y="1441"/>
                        <a:pt x="222" y="1975"/>
                      </a:cubicBezTo>
                      <a:cubicBezTo>
                        <a:pt x="442" y="2508"/>
                        <a:pt x="963" y="2856"/>
                        <a:pt x="1541" y="2856"/>
                      </a:cubicBezTo>
                      <a:cubicBezTo>
                        <a:pt x="2329" y="2855"/>
                        <a:pt x="2967" y="2217"/>
                        <a:pt x="2968" y="1429"/>
                      </a:cubicBezTo>
                      <a:cubicBezTo>
                        <a:pt x="2970" y="851"/>
                        <a:pt x="2621" y="330"/>
                        <a:pt x="2088" y="109"/>
                      </a:cubicBezTo>
                      <a:cubicBezTo>
                        <a:pt x="1911" y="36"/>
                        <a:pt x="1725" y="0"/>
                        <a:pt x="154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5" name="Google Shape;195;p29"/>
                <p:cNvSpPr/>
                <p:nvPr/>
              </p:nvSpPr>
              <p:spPr>
                <a:xfrm>
                  <a:off x="-6167350" y="3040500"/>
                  <a:ext cx="60675" cy="58400"/>
                </a:xfrm>
                <a:custGeom>
                  <a:avLst/>
                  <a:gdLst/>
                  <a:ahLst/>
                  <a:cxnLst/>
                  <a:rect l="l" t="t" r="r" b="b"/>
                  <a:pathLst>
                    <a:path w="2427" h="2336" extrusionOk="0">
                      <a:moveTo>
                        <a:pt x="1260" y="0"/>
                      </a:moveTo>
                      <a:cubicBezTo>
                        <a:pt x="787" y="0"/>
                        <a:pt x="362" y="285"/>
                        <a:pt x="182" y="721"/>
                      </a:cubicBezTo>
                      <a:cubicBezTo>
                        <a:pt x="0" y="1158"/>
                        <a:pt x="101" y="1659"/>
                        <a:pt x="435" y="1993"/>
                      </a:cubicBezTo>
                      <a:cubicBezTo>
                        <a:pt x="658" y="2217"/>
                        <a:pt x="956" y="2335"/>
                        <a:pt x="1260" y="2335"/>
                      </a:cubicBezTo>
                      <a:cubicBezTo>
                        <a:pt x="1410" y="2335"/>
                        <a:pt x="1562" y="2306"/>
                        <a:pt x="1706" y="2246"/>
                      </a:cubicBezTo>
                      <a:cubicBezTo>
                        <a:pt x="2142" y="2066"/>
                        <a:pt x="2427" y="1640"/>
                        <a:pt x="2427" y="1167"/>
                      </a:cubicBezTo>
                      <a:cubicBezTo>
                        <a:pt x="2427" y="523"/>
                        <a:pt x="1905" y="0"/>
                        <a:pt x="1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6" name="Google Shape;196;p29"/>
                <p:cNvSpPr/>
                <p:nvPr/>
              </p:nvSpPr>
              <p:spPr>
                <a:xfrm>
                  <a:off x="-6174375" y="3034000"/>
                  <a:ext cx="74225" cy="71425"/>
                </a:xfrm>
                <a:custGeom>
                  <a:avLst/>
                  <a:gdLst/>
                  <a:ahLst/>
                  <a:cxnLst/>
                  <a:rect l="l" t="t" r="r" b="b"/>
                  <a:pathLst>
                    <a:path w="2969" h="2857" extrusionOk="0">
                      <a:moveTo>
                        <a:pt x="1541" y="521"/>
                      </a:moveTo>
                      <a:cubicBezTo>
                        <a:pt x="2042" y="522"/>
                        <a:pt x="2448" y="927"/>
                        <a:pt x="2448" y="1427"/>
                      </a:cubicBezTo>
                      <a:cubicBezTo>
                        <a:pt x="2448" y="1794"/>
                        <a:pt x="2227" y="2125"/>
                        <a:pt x="1888" y="2267"/>
                      </a:cubicBezTo>
                      <a:cubicBezTo>
                        <a:pt x="1776" y="2313"/>
                        <a:pt x="1659" y="2336"/>
                        <a:pt x="1542" y="2336"/>
                      </a:cubicBezTo>
                      <a:cubicBezTo>
                        <a:pt x="1306" y="2336"/>
                        <a:pt x="1073" y="2243"/>
                        <a:pt x="899" y="2069"/>
                      </a:cubicBezTo>
                      <a:cubicBezTo>
                        <a:pt x="640" y="1810"/>
                        <a:pt x="562" y="1420"/>
                        <a:pt x="703" y="1081"/>
                      </a:cubicBezTo>
                      <a:cubicBezTo>
                        <a:pt x="843" y="742"/>
                        <a:pt x="1174" y="521"/>
                        <a:pt x="1541" y="521"/>
                      </a:cubicBezTo>
                      <a:close/>
                      <a:moveTo>
                        <a:pt x="1542" y="1"/>
                      </a:moveTo>
                      <a:cubicBezTo>
                        <a:pt x="1170" y="1"/>
                        <a:pt x="804" y="146"/>
                        <a:pt x="531" y="419"/>
                      </a:cubicBezTo>
                      <a:cubicBezTo>
                        <a:pt x="123" y="827"/>
                        <a:pt x="0" y="1441"/>
                        <a:pt x="222" y="1975"/>
                      </a:cubicBezTo>
                      <a:cubicBezTo>
                        <a:pt x="442" y="2508"/>
                        <a:pt x="963" y="2856"/>
                        <a:pt x="1541" y="2856"/>
                      </a:cubicBezTo>
                      <a:cubicBezTo>
                        <a:pt x="2329" y="2855"/>
                        <a:pt x="2968" y="2216"/>
                        <a:pt x="2968" y="1427"/>
                      </a:cubicBezTo>
                      <a:cubicBezTo>
                        <a:pt x="2968" y="850"/>
                        <a:pt x="2621" y="329"/>
                        <a:pt x="2087" y="109"/>
                      </a:cubicBezTo>
                      <a:cubicBezTo>
                        <a:pt x="1911" y="36"/>
                        <a:pt x="1725" y="1"/>
                        <a:pt x="154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7" name="Google Shape;197;p29"/>
                <p:cNvSpPr/>
                <p:nvPr/>
              </p:nvSpPr>
              <p:spPr>
                <a:xfrm>
                  <a:off x="-2707425" y="2917525"/>
                  <a:ext cx="60700" cy="58400"/>
                </a:xfrm>
                <a:custGeom>
                  <a:avLst/>
                  <a:gdLst/>
                  <a:ahLst/>
                  <a:cxnLst/>
                  <a:rect l="l" t="t" r="r" b="b"/>
                  <a:pathLst>
                    <a:path w="2428" h="2336" extrusionOk="0">
                      <a:moveTo>
                        <a:pt x="1260" y="1"/>
                      </a:moveTo>
                      <a:cubicBezTo>
                        <a:pt x="788" y="1"/>
                        <a:pt x="362" y="285"/>
                        <a:pt x="181" y="722"/>
                      </a:cubicBezTo>
                      <a:cubicBezTo>
                        <a:pt x="1" y="1158"/>
                        <a:pt x="100" y="1659"/>
                        <a:pt x="434" y="1994"/>
                      </a:cubicBezTo>
                      <a:cubicBezTo>
                        <a:pt x="658" y="2217"/>
                        <a:pt x="956" y="2336"/>
                        <a:pt x="1260" y="2336"/>
                      </a:cubicBezTo>
                      <a:cubicBezTo>
                        <a:pt x="1410" y="2336"/>
                        <a:pt x="1562" y="2307"/>
                        <a:pt x="1707" y="2247"/>
                      </a:cubicBezTo>
                      <a:cubicBezTo>
                        <a:pt x="2143" y="2066"/>
                        <a:pt x="2427" y="1640"/>
                        <a:pt x="2427" y="1169"/>
                      </a:cubicBezTo>
                      <a:cubicBezTo>
                        <a:pt x="2427" y="524"/>
                        <a:pt x="1904" y="1"/>
                        <a:pt x="126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8" name="Google Shape;198;p29"/>
                <p:cNvSpPr/>
                <p:nvPr/>
              </p:nvSpPr>
              <p:spPr>
                <a:xfrm>
                  <a:off x="-2714450" y="2911025"/>
                  <a:ext cx="74225" cy="71400"/>
                </a:xfrm>
                <a:custGeom>
                  <a:avLst/>
                  <a:gdLst/>
                  <a:ahLst/>
                  <a:cxnLst/>
                  <a:rect l="l" t="t" r="r" b="b"/>
                  <a:pathLst>
                    <a:path w="2969" h="2856" extrusionOk="0">
                      <a:moveTo>
                        <a:pt x="1543" y="522"/>
                      </a:moveTo>
                      <a:cubicBezTo>
                        <a:pt x="2042" y="522"/>
                        <a:pt x="2448" y="928"/>
                        <a:pt x="2449" y="1429"/>
                      </a:cubicBezTo>
                      <a:cubicBezTo>
                        <a:pt x="2448" y="1795"/>
                        <a:pt x="2228" y="2125"/>
                        <a:pt x="1889" y="2266"/>
                      </a:cubicBezTo>
                      <a:cubicBezTo>
                        <a:pt x="1777" y="2312"/>
                        <a:pt x="1659" y="2335"/>
                        <a:pt x="1542" y="2335"/>
                      </a:cubicBezTo>
                      <a:cubicBezTo>
                        <a:pt x="1307" y="2335"/>
                        <a:pt x="1075" y="2243"/>
                        <a:pt x="900" y="2070"/>
                      </a:cubicBezTo>
                      <a:cubicBezTo>
                        <a:pt x="641" y="1810"/>
                        <a:pt x="564" y="1421"/>
                        <a:pt x="703" y="1083"/>
                      </a:cubicBezTo>
                      <a:cubicBezTo>
                        <a:pt x="844" y="744"/>
                        <a:pt x="1174" y="522"/>
                        <a:pt x="1541" y="522"/>
                      </a:cubicBezTo>
                      <a:cubicBezTo>
                        <a:pt x="1542" y="522"/>
                        <a:pt x="1543" y="522"/>
                        <a:pt x="1543" y="522"/>
                      </a:cubicBezTo>
                      <a:close/>
                      <a:moveTo>
                        <a:pt x="1541" y="1"/>
                      </a:moveTo>
                      <a:cubicBezTo>
                        <a:pt x="1170" y="1"/>
                        <a:pt x="805" y="145"/>
                        <a:pt x="531" y="419"/>
                      </a:cubicBezTo>
                      <a:cubicBezTo>
                        <a:pt x="123" y="827"/>
                        <a:pt x="1" y="1441"/>
                        <a:pt x="222" y="1974"/>
                      </a:cubicBezTo>
                      <a:cubicBezTo>
                        <a:pt x="443" y="2508"/>
                        <a:pt x="963" y="2855"/>
                        <a:pt x="1541" y="2855"/>
                      </a:cubicBezTo>
                      <a:cubicBezTo>
                        <a:pt x="2328" y="2855"/>
                        <a:pt x="2967" y="2216"/>
                        <a:pt x="2969" y="1429"/>
                      </a:cubicBezTo>
                      <a:cubicBezTo>
                        <a:pt x="2969" y="851"/>
                        <a:pt x="2621" y="331"/>
                        <a:pt x="2087" y="109"/>
                      </a:cubicBezTo>
                      <a:cubicBezTo>
                        <a:pt x="1911" y="36"/>
                        <a:pt x="1725" y="1"/>
                        <a:pt x="154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9" name="Google Shape;199;p29"/>
                <p:cNvSpPr/>
                <p:nvPr/>
              </p:nvSpPr>
              <p:spPr>
                <a:xfrm>
                  <a:off x="-3040900" y="-351250"/>
                  <a:ext cx="60700" cy="58400"/>
                </a:xfrm>
                <a:custGeom>
                  <a:avLst/>
                  <a:gdLst/>
                  <a:ahLst/>
                  <a:cxnLst/>
                  <a:rect l="l" t="t" r="r" b="b"/>
                  <a:pathLst>
                    <a:path w="2428" h="2336" extrusionOk="0">
                      <a:moveTo>
                        <a:pt x="1260" y="1"/>
                      </a:moveTo>
                      <a:cubicBezTo>
                        <a:pt x="788" y="1"/>
                        <a:pt x="361" y="285"/>
                        <a:pt x="181" y="723"/>
                      </a:cubicBezTo>
                      <a:cubicBezTo>
                        <a:pt x="0" y="1158"/>
                        <a:pt x="100" y="1661"/>
                        <a:pt x="434" y="1994"/>
                      </a:cubicBezTo>
                      <a:cubicBezTo>
                        <a:pt x="657" y="2217"/>
                        <a:pt x="956" y="2336"/>
                        <a:pt x="1259" y="2336"/>
                      </a:cubicBezTo>
                      <a:cubicBezTo>
                        <a:pt x="1410" y="2336"/>
                        <a:pt x="1562" y="2307"/>
                        <a:pt x="1707" y="2247"/>
                      </a:cubicBezTo>
                      <a:cubicBezTo>
                        <a:pt x="2143" y="2067"/>
                        <a:pt x="2427" y="1640"/>
                        <a:pt x="2427" y="1168"/>
                      </a:cubicBezTo>
                      <a:cubicBezTo>
                        <a:pt x="2427" y="524"/>
                        <a:pt x="1904" y="1"/>
                        <a:pt x="126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0" name="Google Shape;200;p29"/>
                <p:cNvSpPr/>
                <p:nvPr/>
              </p:nvSpPr>
              <p:spPr>
                <a:xfrm>
                  <a:off x="-3047925" y="-357750"/>
                  <a:ext cx="74225" cy="71450"/>
                </a:xfrm>
                <a:custGeom>
                  <a:avLst/>
                  <a:gdLst/>
                  <a:ahLst/>
                  <a:cxnLst/>
                  <a:rect l="l" t="t" r="r" b="b"/>
                  <a:pathLst>
                    <a:path w="2969" h="2858" extrusionOk="0">
                      <a:moveTo>
                        <a:pt x="1541" y="521"/>
                      </a:moveTo>
                      <a:cubicBezTo>
                        <a:pt x="2041" y="522"/>
                        <a:pt x="2447" y="928"/>
                        <a:pt x="2448" y="1428"/>
                      </a:cubicBezTo>
                      <a:cubicBezTo>
                        <a:pt x="2448" y="1795"/>
                        <a:pt x="2226" y="2127"/>
                        <a:pt x="1887" y="2267"/>
                      </a:cubicBezTo>
                      <a:cubicBezTo>
                        <a:pt x="1775" y="2314"/>
                        <a:pt x="1658" y="2336"/>
                        <a:pt x="1541" y="2336"/>
                      </a:cubicBezTo>
                      <a:cubicBezTo>
                        <a:pt x="1305" y="2336"/>
                        <a:pt x="1073" y="2244"/>
                        <a:pt x="899" y="2070"/>
                      </a:cubicBezTo>
                      <a:cubicBezTo>
                        <a:pt x="640" y="1811"/>
                        <a:pt x="562" y="1421"/>
                        <a:pt x="703" y="1082"/>
                      </a:cubicBezTo>
                      <a:cubicBezTo>
                        <a:pt x="842" y="743"/>
                        <a:pt x="1174" y="521"/>
                        <a:pt x="1541" y="521"/>
                      </a:cubicBezTo>
                      <a:close/>
                      <a:moveTo>
                        <a:pt x="1540" y="1"/>
                      </a:moveTo>
                      <a:cubicBezTo>
                        <a:pt x="1169" y="1"/>
                        <a:pt x="804" y="146"/>
                        <a:pt x="531" y="419"/>
                      </a:cubicBezTo>
                      <a:cubicBezTo>
                        <a:pt x="123" y="828"/>
                        <a:pt x="1" y="1441"/>
                        <a:pt x="221" y="1976"/>
                      </a:cubicBezTo>
                      <a:cubicBezTo>
                        <a:pt x="442" y="2508"/>
                        <a:pt x="963" y="2857"/>
                        <a:pt x="1541" y="2857"/>
                      </a:cubicBezTo>
                      <a:cubicBezTo>
                        <a:pt x="2328" y="2856"/>
                        <a:pt x="2967" y="2216"/>
                        <a:pt x="2968" y="1428"/>
                      </a:cubicBezTo>
                      <a:cubicBezTo>
                        <a:pt x="2968" y="851"/>
                        <a:pt x="2620" y="330"/>
                        <a:pt x="2087" y="110"/>
                      </a:cubicBezTo>
                      <a:cubicBezTo>
                        <a:pt x="1910" y="37"/>
                        <a:pt x="1724" y="1"/>
                        <a:pt x="154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1" name="Google Shape;201;p29"/>
                <p:cNvSpPr/>
                <p:nvPr/>
              </p:nvSpPr>
              <p:spPr>
                <a:xfrm>
                  <a:off x="-4837450" y="2516525"/>
                  <a:ext cx="992800" cy="523425"/>
                </a:xfrm>
                <a:custGeom>
                  <a:avLst/>
                  <a:gdLst/>
                  <a:ahLst/>
                  <a:cxnLst/>
                  <a:rect l="l" t="t" r="r" b="b"/>
                  <a:pathLst>
                    <a:path w="39712" h="20937" extrusionOk="0">
                      <a:moveTo>
                        <a:pt x="4582" y="1"/>
                      </a:moveTo>
                      <a:lnTo>
                        <a:pt x="4582" y="10156"/>
                      </a:lnTo>
                      <a:cubicBezTo>
                        <a:pt x="4582" y="13469"/>
                        <a:pt x="3439" y="16685"/>
                        <a:pt x="1338" y="19282"/>
                      </a:cubicBezTo>
                      <a:lnTo>
                        <a:pt x="0" y="20936"/>
                      </a:lnTo>
                      <a:lnTo>
                        <a:pt x="39712" y="20936"/>
                      </a:lnTo>
                      <a:lnTo>
                        <a:pt x="38374" y="19282"/>
                      </a:lnTo>
                      <a:cubicBezTo>
                        <a:pt x="36273" y="16685"/>
                        <a:pt x="35130" y="13469"/>
                        <a:pt x="35130" y="10156"/>
                      </a:cubicBezTo>
                      <a:lnTo>
                        <a:pt x="3513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2" name="Google Shape;202;p29"/>
                <p:cNvSpPr/>
                <p:nvPr/>
              </p:nvSpPr>
              <p:spPr>
                <a:xfrm>
                  <a:off x="-4845950" y="2510025"/>
                  <a:ext cx="1009825" cy="536425"/>
                </a:xfrm>
                <a:custGeom>
                  <a:avLst/>
                  <a:gdLst/>
                  <a:ahLst/>
                  <a:cxnLst/>
                  <a:rect l="l" t="t" r="r" b="b"/>
                  <a:pathLst>
                    <a:path w="40393" h="21457" extrusionOk="0">
                      <a:moveTo>
                        <a:pt x="35209" y="521"/>
                      </a:moveTo>
                      <a:lnTo>
                        <a:pt x="35209" y="10414"/>
                      </a:lnTo>
                      <a:cubicBezTo>
                        <a:pt x="35209" y="13773"/>
                        <a:pt x="36383" y="17073"/>
                        <a:pt x="38512" y="19707"/>
                      </a:cubicBezTo>
                      <a:lnTo>
                        <a:pt x="39507" y="20936"/>
                      </a:lnTo>
                      <a:lnTo>
                        <a:pt x="885" y="20936"/>
                      </a:lnTo>
                      <a:lnTo>
                        <a:pt x="1881" y="19707"/>
                      </a:lnTo>
                      <a:cubicBezTo>
                        <a:pt x="4009" y="17073"/>
                        <a:pt x="5183" y="13773"/>
                        <a:pt x="5183" y="10414"/>
                      </a:cubicBezTo>
                      <a:lnTo>
                        <a:pt x="5183" y="521"/>
                      </a:lnTo>
                      <a:close/>
                      <a:moveTo>
                        <a:pt x="4922" y="1"/>
                      </a:moveTo>
                      <a:cubicBezTo>
                        <a:pt x="4780" y="1"/>
                        <a:pt x="4662" y="117"/>
                        <a:pt x="4663" y="261"/>
                      </a:cubicBezTo>
                      <a:lnTo>
                        <a:pt x="4663" y="10414"/>
                      </a:lnTo>
                      <a:cubicBezTo>
                        <a:pt x="4663" y="13655"/>
                        <a:pt x="3531" y="16838"/>
                        <a:pt x="1476" y="19379"/>
                      </a:cubicBezTo>
                      <a:lnTo>
                        <a:pt x="138" y="21033"/>
                      </a:lnTo>
                      <a:cubicBezTo>
                        <a:pt x="0" y="21203"/>
                        <a:pt x="121" y="21457"/>
                        <a:pt x="340" y="21457"/>
                      </a:cubicBezTo>
                      <a:lnTo>
                        <a:pt x="40052" y="21457"/>
                      </a:lnTo>
                      <a:cubicBezTo>
                        <a:pt x="40270" y="21457"/>
                        <a:pt x="40392" y="21203"/>
                        <a:pt x="40254" y="21033"/>
                      </a:cubicBezTo>
                      <a:lnTo>
                        <a:pt x="38916" y="19379"/>
                      </a:lnTo>
                      <a:cubicBezTo>
                        <a:pt x="36861" y="16838"/>
                        <a:pt x="35730" y="13655"/>
                        <a:pt x="35730" y="10414"/>
                      </a:cubicBezTo>
                      <a:lnTo>
                        <a:pt x="35730" y="261"/>
                      </a:lnTo>
                      <a:cubicBezTo>
                        <a:pt x="35730" y="117"/>
                        <a:pt x="35613" y="1"/>
                        <a:pt x="3547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3" name="Google Shape;203;p29"/>
                <p:cNvSpPr/>
                <p:nvPr/>
              </p:nvSpPr>
              <p:spPr>
                <a:xfrm>
                  <a:off x="-4769800" y="2248925"/>
                  <a:ext cx="857475" cy="431675"/>
                </a:xfrm>
                <a:custGeom>
                  <a:avLst/>
                  <a:gdLst/>
                  <a:ahLst/>
                  <a:cxnLst/>
                  <a:rect l="l" t="t" r="r" b="b"/>
                  <a:pathLst>
                    <a:path w="34299" h="17267" extrusionOk="0">
                      <a:moveTo>
                        <a:pt x="1876" y="1"/>
                      </a:moveTo>
                      <a:lnTo>
                        <a:pt x="1876" y="10155"/>
                      </a:lnTo>
                      <a:cubicBezTo>
                        <a:pt x="1875" y="12647"/>
                        <a:pt x="1229" y="15097"/>
                        <a:pt x="1" y="17267"/>
                      </a:cubicBezTo>
                      <a:lnTo>
                        <a:pt x="34298" y="17267"/>
                      </a:lnTo>
                      <a:cubicBezTo>
                        <a:pt x="33072" y="15097"/>
                        <a:pt x="32425" y="12647"/>
                        <a:pt x="32424" y="10155"/>
                      </a:cubicBezTo>
                      <a:lnTo>
                        <a:pt x="32424"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4" name="Google Shape;204;p29"/>
                <p:cNvSpPr/>
                <p:nvPr/>
              </p:nvSpPr>
              <p:spPr>
                <a:xfrm>
                  <a:off x="-5875675" y="342950"/>
                  <a:ext cx="3069250" cy="2253650"/>
                </a:xfrm>
                <a:custGeom>
                  <a:avLst/>
                  <a:gdLst/>
                  <a:ahLst/>
                  <a:cxnLst/>
                  <a:rect l="l" t="t" r="r" b="b"/>
                  <a:pathLst>
                    <a:path w="122770" h="90146" extrusionOk="0">
                      <a:moveTo>
                        <a:pt x="4815" y="0"/>
                      </a:moveTo>
                      <a:cubicBezTo>
                        <a:pt x="2156" y="0"/>
                        <a:pt x="0" y="2155"/>
                        <a:pt x="0" y="4815"/>
                      </a:cubicBezTo>
                      <a:lnTo>
                        <a:pt x="0" y="86110"/>
                      </a:lnTo>
                      <a:cubicBezTo>
                        <a:pt x="0" y="88339"/>
                        <a:pt x="1808" y="90146"/>
                        <a:pt x="4037" y="90146"/>
                      </a:cubicBezTo>
                      <a:lnTo>
                        <a:pt x="118369" y="90146"/>
                      </a:lnTo>
                      <a:cubicBezTo>
                        <a:pt x="120800" y="90146"/>
                        <a:pt x="122770" y="88177"/>
                        <a:pt x="122770" y="85746"/>
                      </a:cubicBezTo>
                      <a:lnTo>
                        <a:pt x="122770" y="5831"/>
                      </a:lnTo>
                      <a:cubicBezTo>
                        <a:pt x="122770" y="4284"/>
                        <a:pt x="122155" y="2801"/>
                        <a:pt x="121061" y="1707"/>
                      </a:cubicBezTo>
                      <a:cubicBezTo>
                        <a:pt x="119968" y="614"/>
                        <a:pt x="118486" y="0"/>
                        <a:pt x="11693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5" name="Google Shape;205;p29"/>
                <p:cNvSpPr/>
                <p:nvPr/>
              </p:nvSpPr>
              <p:spPr>
                <a:xfrm>
                  <a:off x="-5882175" y="336425"/>
                  <a:ext cx="3082275" cy="2266675"/>
                </a:xfrm>
                <a:custGeom>
                  <a:avLst/>
                  <a:gdLst/>
                  <a:ahLst/>
                  <a:cxnLst/>
                  <a:rect l="l" t="t" r="r" b="b"/>
                  <a:pathLst>
                    <a:path w="123291" h="90667" extrusionOk="0">
                      <a:moveTo>
                        <a:pt x="118612" y="521"/>
                      </a:moveTo>
                      <a:cubicBezTo>
                        <a:pt x="120905" y="521"/>
                        <a:pt x="122770" y="2386"/>
                        <a:pt x="122770" y="4678"/>
                      </a:cubicBezTo>
                      <a:lnTo>
                        <a:pt x="122770" y="85990"/>
                      </a:lnTo>
                      <a:cubicBezTo>
                        <a:pt x="122770" y="88283"/>
                        <a:pt x="120905" y="90147"/>
                        <a:pt x="118612" y="90147"/>
                      </a:cubicBezTo>
                      <a:lnTo>
                        <a:pt x="4678" y="90147"/>
                      </a:lnTo>
                      <a:cubicBezTo>
                        <a:pt x="2385" y="90147"/>
                        <a:pt x="521" y="88283"/>
                        <a:pt x="521" y="85990"/>
                      </a:cubicBezTo>
                      <a:lnTo>
                        <a:pt x="521" y="4678"/>
                      </a:lnTo>
                      <a:cubicBezTo>
                        <a:pt x="521" y="2386"/>
                        <a:pt x="2385" y="521"/>
                        <a:pt x="4678" y="521"/>
                      </a:cubicBezTo>
                      <a:close/>
                      <a:moveTo>
                        <a:pt x="4678" y="1"/>
                      </a:moveTo>
                      <a:cubicBezTo>
                        <a:pt x="2098" y="1"/>
                        <a:pt x="0" y="2099"/>
                        <a:pt x="0" y="4678"/>
                      </a:cubicBezTo>
                      <a:lnTo>
                        <a:pt x="0" y="85990"/>
                      </a:lnTo>
                      <a:cubicBezTo>
                        <a:pt x="0" y="88570"/>
                        <a:pt x="2098" y="90667"/>
                        <a:pt x="4678" y="90667"/>
                      </a:cubicBezTo>
                      <a:lnTo>
                        <a:pt x="118612" y="90667"/>
                      </a:lnTo>
                      <a:cubicBezTo>
                        <a:pt x="121192" y="90667"/>
                        <a:pt x="123290" y="88570"/>
                        <a:pt x="123290" y="85990"/>
                      </a:cubicBezTo>
                      <a:lnTo>
                        <a:pt x="123290" y="4678"/>
                      </a:lnTo>
                      <a:cubicBezTo>
                        <a:pt x="123290" y="2099"/>
                        <a:pt x="121192" y="1"/>
                        <a:pt x="11861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6" name="Google Shape;206;p29"/>
                <p:cNvSpPr/>
                <p:nvPr/>
              </p:nvSpPr>
              <p:spPr>
                <a:xfrm>
                  <a:off x="-5875675" y="2246300"/>
                  <a:ext cx="3069250" cy="350300"/>
                </a:xfrm>
                <a:custGeom>
                  <a:avLst/>
                  <a:gdLst/>
                  <a:ahLst/>
                  <a:cxnLst/>
                  <a:rect l="l" t="t" r="r" b="b"/>
                  <a:pathLst>
                    <a:path w="122770" h="14012" extrusionOk="0">
                      <a:moveTo>
                        <a:pt x="0" y="0"/>
                      </a:moveTo>
                      <a:lnTo>
                        <a:pt x="0" y="9540"/>
                      </a:lnTo>
                      <a:cubicBezTo>
                        <a:pt x="0" y="12009"/>
                        <a:pt x="2003" y="14012"/>
                        <a:pt x="4473" y="14012"/>
                      </a:cubicBezTo>
                      <a:lnTo>
                        <a:pt x="118438" y="14012"/>
                      </a:lnTo>
                      <a:cubicBezTo>
                        <a:pt x="120830" y="14012"/>
                        <a:pt x="122770" y="12073"/>
                        <a:pt x="122770" y="9680"/>
                      </a:cubicBezTo>
                      <a:lnTo>
                        <a:pt x="12277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7" name="Google Shape;207;p29"/>
                <p:cNvSpPr/>
                <p:nvPr/>
              </p:nvSpPr>
              <p:spPr>
                <a:xfrm>
                  <a:off x="-5882175" y="2239775"/>
                  <a:ext cx="3082275" cy="363325"/>
                </a:xfrm>
                <a:custGeom>
                  <a:avLst/>
                  <a:gdLst/>
                  <a:ahLst/>
                  <a:cxnLst/>
                  <a:rect l="l" t="t" r="r" b="b"/>
                  <a:pathLst>
                    <a:path w="123291" h="14533" extrusionOk="0">
                      <a:moveTo>
                        <a:pt x="122770" y="522"/>
                      </a:moveTo>
                      <a:lnTo>
                        <a:pt x="122770" y="9856"/>
                      </a:lnTo>
                      <a:cubicBezTo>
                        <a:pt x="122770" y="12151"/>
                        <a:pt x="120908" y="14012"/>
                        <a:pt x="118614" y="14012"/>
                      </a:cubicBezTo>
                      <a:lnTo>
                        <a:pt x="4678" y="14012"/>
                      </a:lnTo>
                      <a:cubicBezTo>
                        <a:pt x="2385" y="14012"/>
                        <a:pt x="522" y="12147"/>
                        <a:pt x="522" y="9856"/>
                      </a:cubicBezTo>
                      <a:lnTo>
                        <a:pt x="522" y="522"/>
                      </a:lnTo>
                      <a:close/>
                      <a:moveTo>
                        <a:pt x="260" y="1"/>
                      </a:moveTo>
                      <a:cubicBezTo>
                        <a:pt x="117" y="1"/>
                        <a:pt x="0" y="117"/>
                        <a:pt x="0" y="261"/>
                      </a:cubicBezTo>
                      <a:lnTo>
                        <a:pt x="0" y="9856"/>
                      </a:lnTo>
                      <a:cubicBezTo>
                        <a:pt x="0" y="12439"/>
                        <a:pt x="2094" y="14533"/>
                        <a:pt x="4678" y="14533"/>
                      </a:cubicBezTo>
                      <a:lnTo>
                        <a:pt x="118612" y="14533"/>
                      </a:lnTo>
                      <a:cubicBezTo>
                        <a:pt x="121195" y="14533"/>
                        <a:pt x="123290" y="12439"/>
                        <a:pt x="123290" y="9856"/>
                      </a:cubicBezTo>
                      <a:lnTo>
                        <a:pt x="123290" y="261"/>
                      </a:lnTo>
                      <a:cubicBezTo>
                        <a:pt x="123290" y="117"/>
                        <a:pt x="123173" y="1"/>
                        <a:pt x="12303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8" name="Google Shape;208;p29"/>
                <p:cNvSpPr/>
                <p:nvPr/>
              </p:nvSpPr>
              <p:spPr>
                <a:xfrm>
                  <a:off x="-5721300" y="483125"/>
                  <a:ext cx="2760500" cy="1592250"/>
                </a:xfrm>
                <a:custGeom>
                  <a:avLst/>
                  <a:gdLst/>
                  <a:ahLst/>
                  <a:cxnLst/>
                  <a:rect l="l" t="t" r="r" b="b"/>
                  <a:pathLst>
                    <a:path w="110420" h="63690" extrusionOk="0">
                      <a:moveTo>
                        <a:pt x="1" y="1"/>
                      </a:moveTo>
                      <a:lnTo>
                        <a:pt x="1" y="63689"/>
                      </a:lnTo>
                      <a:lnTo>
                        <a:pt x="110419" y="63689"/>
                      </a:lnTo>
                      <a:lnTo>
                        <a:pt x="11041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9" name="Google Shape;209;p29"/>
                <p:cNvSpPr/>
                <p:nvPr/>
              </p:nvSpPr>
              <p:spPr>
                <a:xfrm>
                  <a:off x="-4397650" y="2421425"/>
                  <a:ext cx="113200" cy="110875"/>
                </a:xfrm>
                <a:custGeom>
                  <a:avLst/>
                  <a:gdLst/>
                  <a:ahLst/>
                  <a:cxnLst/>
                  <a:rect l="l" t="t" r="r" b="b"/>
                  <a:pathLst>
                    <a:path w="4528" h="4435" extrusionOk="0">
                      <a:moveTo>
                        <a:pt x="2263" y="0"/>
                      </a:moveTo>
                      <a:cubicBezTo>
                        <a:pt x="1014" y="0"/>
                        <a:pt x="0" y="993"/>
                        <a:pt x="0" y="2217"/>
                      </a:cubicBezTo>
                      <a:cubicBezTo>
                        <a:pt x="0" y="3442"/>
                        <a:pt x="1014" y="4435"/>
                        <a:pt x="2263" y="4435"/>
                      </a:cubicBezTo>
                      <a:cubicBezTo>
                        <a:pt x="3514" y="4435"/>
                        <a:pt x="4528" y="3442"/>
                        <a:pt x="4528" y="2217"/>
                      </a:cubicBezTo>
                      <a:cubicBezTo>
                        <a:pt x="4528" y="993"/>
                        <a:pt x="3514" y="0"/>
                        <a:pt x="226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10" name="Google Shape;210;p29"/>
                <p:cNvSpPr/>
                <p:nvPr/>
              </p:nvSpPr>
              <p:spPr>
                <a:xfrm>
                  <a:off x="-4404175" y="2414950"/>
                  <a:ext cx="126250" cy="123850"/>
                </a:xfrm>
                <a:custGeom>
                  <a:avLst/>
                  <a:gdLst/>
                  <a:ahLst/>
                  <a:cxnLst/>
                  <a:rect l="l" t="t" r="r" b="b"/>
                  <a:pathLst>
                    <a:path w="5050" h="4954" extrusionOk="0">
                      <a:moveTo>
                        <a:pt x="2524" y="520"/>
                      </a:moveTo>
                      <a:cubicBezTo>
                        <a:pt x="3630" y="520"/>
                        <a:pt x="4529" y="1398"/>
                        <a:pt x="4529" y="2476"/>
                      </a:cubicBezTo>
                      <a:cubicBezTo>
                        <a:pt x="4529" y="3555"/>
                        <a:pt x="3630" y="4433"/>
                        <a:pt x="2524" y="4433"/>
                      </a:cubicBezTo>
                      <a:cubicBezTo>
                        <a:pt x="1420" y="4433"/>
                        <a:pt x="520" y="3554"/>
                        <a:pt x="520" y="2476"/>
                      </a:cubicBezTo>
                      <a:cubicBezTo>
                        <a:pt x="520" y="1398"/>
                        <a:pt x="1420" y="520"/>
                        <a:pt x="2524" y="520"/>
                      </a:cubicBezTo>
                      <a:close/>
                      <a:moveTo>
                        <a:pt x="2524" y="0"/>
                      </a:moveTo>
                      <a:cubicBezTo>
                        <a:pt x="1133" y="0"/>
                        <a:pt x="1" y="1111"/>
                        <a:pt x="1" y="2476"/>
                      </a:cubicBezTo>
                      <a:cubicBezTo>
                        <a:pt x="1" y="3842"/>
                        <a:pt x="1132" y="4954"/>
                        <a:pt x="2524" y="4954"/>
                      </a:cubicBezTo>
                      <a:cubicBezTo>
                        <a:pt x="3917" y="4954"/>
                        <a:pt x="5049" y="3842"/>
                        <a:pt x="5049" y="2476"/>
                      </a:cubicBezTo>
                      <a:cubicBezTo>
                        <a:pt x="5049" y="1111"/>
                        <a:pt x="3917" y="0"/>
                        <a:pt x="252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11" name="Google Shape;211;p29"/>
                <p:cNvSpPr/>
                <p:nvPr/>
              </p:nvSpPr>
              <p:spPr>
                <a:xfrm>
                  <a:off x="-4837450" y="3039925"/>
                  <a:ext cx="993025" cy="45375"/>
                </a:xfrm>
                <a:custGeom>
                  <a:avLst/>
                  <a:gdLst/>
                  <a:ahLst/>
                  <a:cxnLst/>
                  <a:rect l="l" t="t" r="r" b="b"/>
                  <a:pathLst>
                    <a:path w="39721" h="1815" extrusionOk="0">
                      <a:moveTo>
                        <a:pt x="0" y="0"/>
                      </a:moveTo>
                      <a:lnTo>
                        <a:pt x="0" y="1814"/>
                      </a:lnTo>
                      <a:lnTo>
                        <a:pt x="39720" y="1814"/>
                      </a:lnTo>
                      <a:lnTo>
                        <a:pt x="3972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12" name="Google Shape;212;p29"/>
                <p:cNvSpPr/>
                <p:nvPr/>
              </p:nvSpPr>
              <p:spPr>
                <a:xfrm>
                  <a:off x="-4843950" y="3033400"/>
                  <a:ext cx="1006025" cy="58400"/>
                </a:xfrm>
                <a:custGeom>
                  <a:avLst/>
                  <a:gdLst/>
                  <a:ahLst/>
                  <a:cxnLst/>
                  <a:rect l="l" t="t" r="r" b="b"/>
                  <a:pathLst>
                    <a:path w="40241" h="2336" extrusionOk="0">
                      <a:moveTo>
                        <a:pt x="39720" y="522"/>
                      </a:moveTo>
                      <a:lnTo>
                        <a:pt x="39720" y="1815"/>
                      </a:lnTo>
                      <a:lnTo>
                        <a:pt x="521" y="1815"/>
                      </a:lnTo>
                      <a:lnTo>
                        <a:pt x="521" y="522"/>
                      </a:lnTo>
                      <a:close/>
                      <a:moveTo>
                        <a:pt x="260" y="1"/>
                      </a:moveTo>
                      <a:cubicBezTo>
                        <a:pt x="116" y="1"/>
                        <a:pt x="0" y="118"/>
                        <a:pt x="0" y="261"/>
                      </a:cubicBezTo>
                      <a:lnTo>
                        <a:pt x="0" y="2074"/>
                      </a:lnTo>
                      <a:cubicBezTo>
                        <a:pt x="0" y="2218"/>
                        <a:pt x="116" y="2335"/>
                        <a:pt x="260" y="2335"/>
                      </a:cubicBezTo>
                      <a:lnTo>
                        <a:pt x="39980" y="2335"/>
                      </a:lnTo>
                      <a:cubicBezTo>
                        <a:pt x="40123" y="2335"/>
                        <a:pt x="40241" y="2218"/>
                        <a:pt x="40239" y="2074"/>
                      </a:cubicBezTo>
                      <a:lnTo>
                        <a:pt x="40239" y="261"/>
                      </a:lnTo>
                      <a:cubicBezTo>
                        <a:pt x="40239" y="118"/>
                        <a:pt x="40123" y="1"/>
                        <a:pt x="3998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13" name="Google Shape;213;p29"/>
                <p:cNvSpPr/>
                <p:nvPr/>
              </p:nvSpPr>
              <p:spPr>
                <a:xfrm>
                  <a:off x="-5245425" y="400600"/>
                  <a:ext cx="908650" cy="1986150"/>
                </a:xfrm>
                <a:custGeom>
                  <a:avLst/>
                  <a:gdLst/>
                  <a:ahLst/>
                  <a:cxnLst/>
                  <a:rect l="l" t="t" r="r" b="b"/>
                  <a:pathLst>
                    <a:path w="36346" h="79446" extrusionOk="0">
                      <a:moveTo>
                        <a:pt x="36345" y="1"/>
                      </a:moveTo>
                      <a:cubicBezTo>
                        <a:pt x="30792" y="5179"/>
                        <a:pt x="16575" y="10405"/>
                        <a:pt x="0" y="21493"/>
                      </a:cubicBezTo>
                      <a:cubicBezTo>
                        <a:pt x="0" y="21493"/>
                        <a:pt x="1035" y="58964"/>
                        <a:pt x="36345" y="79446"/>
                      </a:cubicBezTo>
                      <a:lnTo>
                        <a:pt x="36345" y="1"/>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14" name="Google Shape;214;p29"/>
                <p:cNvSpPr/>
                <p:nvPr/>
              </p:nvSpPr>
              <p:spPr>
                <a:xfrm>
                  <a:off x="-5252000" y="394100"/>
                  <a:ext cx="921750" cy="1999150"/>
                </a:xfrm>
                <a:custGeom>
                  <a:avLst/>
                  <a:gdLst/>
                  <a:ahLst/>
                  <a:cxnLst/>
                  <a:rect l="l" t="t" r="r" b="b"/>
                  <a:pathLst>
                    <a:path w="36870" h="79966" extrusionOk="0">
                      <a:moveTo>
                        <a:pt x="36348" y="844"/>
                      </a:moveTo>
                      <a:lnTo>
                        <a:pt x="36348" y="79251"/>
                      </a:lnTo>
                      <a:cubicBezTo>
                        <a:pt x="18445" y="68725"/>
                        <a:pt x="9663" y="53734"/>
                        <a:pt x="5445" y="42973"/>
                      </a:cubicBezTo>
                      <a:cubicBezTo>
                        <a:pt x="1147" y="32011"/>
                        <a:pt x="588" y="23112"/>
                        <a:pt x="529" y="21889"/>
                      </a:cubicBezTo>
                      <a:cubicBezTo>
                        <a:pt x="8839" y="16340"/>
                        <a:pt x="16615" y="12231"/>
                        <a:pt x="22871" y="8926"/>
                      </a:cubicBezTo>
                      <a:cubicBezTo>
                        <a:pt x="28780" y="5803"/>
                        <a:pt x="33510" y="3304"/>
                        <a:pt x="36348" y="844"/>
                      </a:cubicBezTo>
                      <a:close/>
                      <a:moveTo>
                        <a:pt x="36607" y="0"/>
                      </a:moveTo>
                      <a:cubicBezTo>
                        <a:pt x="36546" y="0"/>
                        <a:pt x="36483" y="22"/>
                        <a:pt x="36431" y="71"/>
                      </a:cubicBezTo>
                      <a:cubicBezTo>
                        <a:pt x="33706" y="2612"/>
                        <a:pt x="28816" y="5195"/>
                        <a:pt x="22627" y="8466"/>
                      </a:cubicBezTo>
                      <a:cubicBezTo>
                        <a:pt x="16332" y="11792"/>
                        <a:pt x="8496" y="15933"/>
                        <a:pt x="119" y="21538"/>
                      </a:cubicBezTo>
                      <a:cubicBezTo>
                        <a:pt x="44" y="21587"/>
                        <a:pt x="0" y="21672"/>
                        <a:pt x="3" y="21762"/>
                      </a:cubicBezTo>
                      <a:cubicBezTo>
                        <a:pt x="6" y="21855"/>
                        <a:pt x="318" y="31311"/>
                        <a:pt x="4953" y="43145"/>
                      </a:cubicBezTo>
                      <a:cubicBezTo>
                        <a:pt x="9231" y="54065"/>
                        <a:pt x="18173" y="69312"/>
                        <a:pt x="36477" y="79931"/>
                      </a:cubicBezTo>
                      <a:cubicBezTo>
                        <a:pt x="36517" y="79954"/>
                        <a:pt x="36562" y="79966"/>
                        <a:pt x="36608" y="79966"/>
                      </a:cubicBezTo>
                      <a:cubicBezTo>
                        <a:pt x="36752" y="79966"/>
                        <a:pt x="36870" y="79848"/>
                        <a:pt x="36869" y="79706"/>
                      </a:cubicBezTo>
                      <a:lnTo>
                        <a:pt x="36869" y="261"/>
                      </a:lnTo>
                      <a:cubicBezTo>
                        <a:pt x="36869" y="105"/>
                        <a:pt x="36741" y="0"/>
                        <a:pt x="3660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15" name="Google Shape;215;p29"/>
                <p:cNvSpPr/>
                <p:nvPr/>
              </p:nvSpPr>
              <p:spPr>
                <a:xfrm>
                  <a:off x="-4336800" y="400600"/>
                  <a:ext cx="908650" cy="1986150"/>
                </a:xfrm>
                <a:custGeom>
                  <a:avLst/>
                  <a:gdLst/>
                  <a:ahLst/>
                  <a:cxnLst/>
                  <a:rect l="l" t="t" r="r" b="b"/>
                  <a:pathLst>
                    <a:path w="36346" h="79446" extrusionOk="0">
                      <a:moveTo>
                        <a:pt x="0" y="1"/>
                      </a:moveTo>
                      <a:lnTo>
                        <a:pt x="0" y="79446"/>
                      </a:lnTo>
                      <a:cubicBezTo>
                        <a:pt x="35310" y="58964"/>
                        <a:pt x="36345" y="21493"/>
                        <a:pt x="36345" y="21493"/>
                      </a:cubicBezTo>
                      <a:cubicBezTo>
                        <a:pt x="19771" y="10405"/>
                        <a:pt x="5555" y="5179"/>
                        <a:pt x="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16" name="Google Shape;216;p29"/>
                <p:cNvSpPr/>
                <p:nvPr/>
              </p:nvSpPr>
              <p:spPr>
                <a:xfrm>
                  <a:off x="-4343325" y="394100"/>
                  <a:ext cx="921750" cy="1999150"/>
                </a:xfrm>
                <a:custGeom>
                  <a:avLst/>
                  <a:gdLst/>
                  <a:ahLst/>
                  <a:cxnLst/>
                  <a:rect l="l" t="t" r="r" b="b"/>
                  <a:pathLst>
                    <a:path w="36870" h="79966" extrusionOk="0">
                      <a:moveTo>
                        <a:pt x="522" y="844"/>
                      </a:moveTo>
                      <a:cubicBezTo>
                        <a:pt x="3360" y="3304"/>
                        <a:pt x="8090" y="5803"/>
                        <a:pt x="13999" y="8925"/>
                      </a:cubicBezTo>
                      <a:cubicBezTo>
                        <a:pt x="20254" y="12231"/>
                        <a:pt x="28031" y="16340"/>
                        <a:pt x="36341" y="21889"/>
                      </a:cubicBezTo>
                      <a:cubicBezTo>
                        <a:pt x="36283" y="23110"/>
                        <a:pt x="35726" y="31995"/>
                        <a:pt x="31432" y="42954"/>
                      </a:cubicBezTo>
                      <a:cubicBezTo>
                        <a:pt x="27215" y="53720"/>
                        <a:pt x="18433" y="68720"/>
                        <a:pt x="522" y="79251"/>
                      </a:cubicBezTo>
                      <a:lnTo>
                        <a:pt x="522" y="844"/>
                      </a:lnTo>
                      <a:close/>
                      <a:moveTo>
                        <a:pt x="263" y="0"/>
                      </a:moveTo>
                      <a:cubicBezTo>
                        <a:pt x="129" y="0"/>
                        <a:pt x="1" y="105"/>
                        <a:pt x="1" y="261"/>
                      </a:cubicBezTo>
                      <a:lnTo>
                        <a:pt x="1" y="79704"/>
                      </a:lnTo>
                      <a:cubicBezTo>
                        <a:pt x="1" y="79848"/>
                        <a:pt x="117" y="79966"/>
                        <a:pt x="261" y="79966"/>
                      </a:cubicBezTo>
                      <a:cubicBezTo>
                        <a:pt x="307" y="79965"/>
                        <a:pt x="352" y="79953"/>
                        <a:pt x="392" y="79931"/>
                      </a:cubicBezTo>
                      <a:cubicBezTo>
                        <a:pt x="18697" y="69312"/>
                        <a:pt x="27638" y="54065"/>
                        <a:pt x="31918" y="43144"/>
                      </a:cubicBezTo>
                      <a:cubicBezTo>
                        <a:pt x="36553" y="31311"/>
                        <a:pt x="36864" y="21855"/>
                        <a:pt x="36867" y="21760"/>
                      </a:cubicBezTo>
                      <a:cubicBezTo>
                        <a:pt x="36869" y="21671"/>
                        <a:pt x="36826" y="21587"/>
                        <a:pt x="36752" y="21538"/>
                      </a:cubicBezTo>
                      <a:cubicBezTo>
                        <a:pt x="28373" y="15932"/>
                        <a:pt x="20538" y="11792"/>
                        <a:pt x="14242" y="8465"/>
                      </a:cubicBezTo>
                      <a:cubicBezTo>
                        <a:pt x="8052" y="5195"/>
                        <a:pt x="3164" y="2611"/>
                        <a:pt x="439" y="71"/>
                      </a:cubicBezTo>
                      <a:cubicBezTo>
                        <a:pt x="387" y="22"/>
                        <a:pt x="324" y="0"/>
                        <a:pt x="26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17" name="Google Shape;217;p29"/>
                <p:cNvSpPr/>
                <p:nvPr/>
              </p:nvSpPr>
              <p:spPr>
                <a:xfrm>
                  <a:off x="-5178775" y="480375"/>
                  <a:ext cx="1684000" cy="1826600"/>
                </a:xfrm>
                <a:custGeom>
                  <a:avLst/>
                  <a:gdLst/>
                  <a:ahLst/>
                  <a:cxnLst/>
                  <a:rect l="l" t="t" r="r" b="b"/>
                  <a:pathLst>
                    <a:path w="67360" h="73064" extrusionOk="0">
                      <a:moveTo>
                        <a:pt x="33679" y="1"/>
                      </a:moveTo>
                      <a:cubicBezTo>
                        <a:pt x="26976" y="4654"/>
                        <a:pt x="15360" y="9088"/>
                        <a:pt x="0" y="19363"/>
                      </a:cubicBezTo>
                      <a:cubicBezTo>
                        <a:pt x="0" y="19363"/>
                        <a:pt x="960" y="54085"/>
                        <a:pt x="33679" y="73064"/>
                      </a:cubicBezTo>
                      <a:cubicBezTo>
                        <a:pt x="66399" y="54085"/>
                        <a:pt x="67359" y="19363"/>
                        <a:pt x="67359" y="19363"/>
                      </a:cubicBezTo>
                      <a:cubicBezTo>
                        <a:pt x="52000" y="9088"/>
                        <a:pt x="40435" y="4654"/>
                        <a:pt x="3367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18" name="Google Shape;218;p29"/>
                <p:cNvSpPr/>
                <p:nvPr/>
              </p:nvSpPr>
              <p:spPr>
                <a:xfrm>
                  <a:off x="-5185350" y="473850"/>
                  <a:ext cx="1697125" cy="1839650"/>
                </a:xfrm>
                <a:custGeom>
                  <a:avLst/>
                  <a:gdLst/>
                  <a:ahLst/>
                  <a:cxnLst/>
                  <a:rect l="l" t="t" r="r" b="b"/>
                  <a:pathLst>
                    <a:path w="67885" h="73586" extrusionOk="0">
                      <a:moveTo>
                        <a:pt x="33943" y="576"/>
                      </a:moveTo>
                      <a:cubicBezTo>
                        <a:pt x="36735" y="2479"/>
                        <a:pt x="40391" y="4387"/>
                        <a:pt x="44614" y="6590"/>
                      </a:cubicBezTo>
                      <a:cubicBezTo>
                        <a:pt x="50768" y="9800"/>
                        <a:pt x="58419" y="13791"/>
                        <a:pt x="67356" y="19759"/>
                      </a:cubicBezTo>
                      <a:cubicBezTo>
                        <a:pt x="67300" y="20930"/>
                        <a:pt x="66772" y="29156"/>
                        <a:pt x="62803" y="39282"/>
                      </a:cubicBezTo>
                      <a:cubicBezTo>
                        <a:pt x="58876" y="49296"/>
                        <a:pt x="50684" y="63266"/>
                        <a:pt x="33942" y="73025"/>
                      </a:cubicBezTo>
                      <a:cubicBezTo>
                        <a:pt x="17200" y="63266"/>
                        <a:pt x="9009" y="49296"/>
                        <a:pt x="5083" y="39282"/>
                      </a:cubicBezTo>
                      <a:cubicBezTo>
                        <a:pt x="1114" y="29156"/>
                        <a:pt x="586" y="20930"/>
                        <a:pt x="530" y="19759"/>
                      </a:cubicBezTo>
                      <a:cubicBezTo>
                        <a:pt x="9423" y="13820"/>
                        <a:pt x="17060" y="9839"/>
                        <a:pt x="23204" y="6636"/>
                      </a:cubicBezTo>
                      <a:cubicBezTo>
                        <a:pt x="27463" y="4416"/>
                        <a:pt x="31152" y="2492"/>
                        <a:pt x="33943" y="576"/>
                      </a:cubicBezTo>
                      <a:close/>
                      <a:moveTo>
                        <a:pt x="33942" y="1"/>
                      </a:moveTo>
                      <a:cubicBezTo>
                        <a:pt x="33890" y="1"/>
                        <a:pt x="33839" y="16"/>
                        <a:pt x="33795" y="47"/>
                      </a:cubicBezTo>
                      <a:cubicBezTo>
                        <a:pt x="31014" y="1977"/>
                        <a:pt x="27460" y="3830"/>
                        <a:pt x="22962" y="6174"/>
                      </a:cubicBezTo>
                      <a:cubicBezTo>
                        <a:pt x="16780" y="9397"/>
                        <a:pt x="9086" y="13407"/>
                        <a:pt x="118" y="19407"/>
                      </a:cubicBezTo>
                      <a:cubicBezTo>
                        <a:pt x="44" y="19457"/>
                        <a:pt x="1" y="19541"/>
                        <a:pt x="3" y="19631"/>
                      </a:cubicBezTo>
                      <a:cubicBezTo>
                        <a:pt x="6" y="19718"/>
                        <a:pt x="294" y="28484"/>
                        <a:pt x="4590" y="39452"/>
                      </a:cubicBezTo>
                      <a:cubicBezTo>
                        <a:pt x="8556" y="49575"/>
                        <a:pt x="16846" y="63709"/>
                        <a:pt x="33811" y="73550"/>
                      </a:cubicBezTo>
                      <a:cubicBezTo>
                        <a:pt x="33851" y="73573"/>
                        <a:pt x="33896" y="73585"/>
                        <a:pt x="33942" y="73585"/>
                      </a:cubicBezTo>
                      <a:cubicBezTo>
                        <a:pt x="33988" y="73585"/>
                        <a:pt x="34033" y="73574"/>
                        <a:pt x="34073" y="73551"/>
                      </a:cubicBezTo>
                      <a:cubicBezTo>
                        <a:pt x="51040" y="63709"/>
                        <a:pt x="59329" y="49577"/>
                        <a:pt x="63294" y="39452"/>
                      </a:cubicBezTo>
                      <a:cubicBezTo>
                        <a:pt x="67592" y="28484"/>
                        <a:pt x="67880" y="19719"/>
                        <a:pt x="67883" y="19632"/>
                      </a:cubicBezTo>
                      <a:cubicBezTo>
                        <a:pt x="67885" y="19543"/>
                        <a:pt x="67841" y="19458"/>
                        <a:pt x="67766" y="19408"/>
                      </a:cubicBezTo>
                      <a:cubicBezTo>
                        <a:pt x="58755" y="13379"/>
                        <a:pt x="51047" y="9359"/>
                        <a:pt x="44855" y="6128"/>
                      </a:cubicBezTo>
                      <a:cubicBezTo>
                        <a:pt x="40573" y="3894"/>
                        <a:pt x="36874" y="1965"/>
                        <a:pt x="34090" y="47"/>
                      </a:cubicBezTo>
                      <a:cubicBezTo>
                        <a:pt x="34046" y="16"/>
                        <a:pt x="33994" y="1"/>
                        <a:pt x="3394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19" name="Google Shape;219;p29"/>
                <p:cNvSpPr/>
                <p:nvPr/>
              </p:nvSpPr>
              <p:spPr>
                <a:xfrm>
                  <a:off x="-4336800" y="480375"/>
                  <a:ext cx="842025" cy="1826600"/>
                </a:xfrm>
                <a:custGeom>
                  <a:avLst/>
                  <a:gdLst/>
                  <a:ahLst/>
                  <a:cxnLst/>
                  <a:rect l="l" t="t" r="r" b="b"/>
                  <a:pathLst>
                    <a:path w="33681" h="73064" extrusionOk="0">
                      <a:moveTo>
                        <a:pt x="0" y="1"/>
                      </a:moveTo>
                      <a:lnTo>
                        <a:pt x="0" y="73064"/>
                      </a:lnTo>
                      <a:cubicBezTo>
                        <a:pt x="32720" y="54085"/>
                        <a:pt x="33680" y="19363"/>
                        <a:pt x="33680" y="19363"/>
                      </a:cubicBezTo>
                      <a:cubicBezTo>
                        <a:pt x="18321" y="9088"/>
                        <a:pt x="6756" y="4654"/>
                        <a:pt x="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20" name="Google Shape;220;p29"/>
                <p:cNvSpPr/>
                <p:nvPr/>
              </p:nvSpPr>
              <p:spPr>
                <a:xfrm>
                  <a:off x="-4343325" y="473825"/>
                  <a:ext cx="855100" cy="1839675"/>
                </a:xfrm>
                <a:custGeom>
                  <a:avLst/>
                  <a:gdLst/>
                  <a:ahLst/>
                  <a:cxnLst/>
                  <a:rect l="l" t="t" r="r" b="b"/>
                  <a:pathLst>
                    <a:path w="34204" h="73587" extrusionOk="0">
                      <a:moveTo>
                        <a:pt x="522" y="753"/>
                      </a:moveTo>
                      <a:cubicBezTo>
                        <a:pt x="3279" y="2597"/>
                        <a:pt x="6840" y="4455"/>
                        <a:pt x="10933" y="6591"/>
                      </a:cubicBezTo>
                      <a:cubicBezTo>
                        <a:pt x="17087" y="9801"/>
                        <a:pt x="24738" y="13792"/>
                        <a:pt x="33675" y="19760"/>
                      </a:cubicBezTo>
                      <a:cubicBezTo>
                        <a:pt x="33619" y="20931"/>
                        <a:pt x="33091" y="29157"/>
                        <a:pt x="29122" y="39283"/>
                      </a:cubicBezTo>
                      <a:cubicBezTo>
                        <a:pt x="25215" y="49245"/>
                        <a:pt x="17088" y="63122"/>
                        <a:pt x="522" y="72873"/>
                      </a:cubicBezTo>
                      <a:lnTo>
                        <a:pt x="522" y="753"/>
                      </a:lnTo>
                      <a:close/>
                      <a:moveTo>
                        <a:pt x="262" y="1"/>
                      </a:moveTo>
                      <a:cubicBezTo>
                        <a:pt x="127" y="1"/>
                        <a:pt x="1" y="108"/>
                        <a:pt x="1" y="261"/>
                      </a:cubicBezTo>
                      <a:lnTo>
                        <a:pt x="1" y="73326"/>
                      </a:lnTo>
                      <a:cubicBezTo>
                        <a:pt x="1" y="73419"/>
                        <a:pt x="51" y="73505"/>
                        <a:pt x="132" y="73552"/>
                      </a:cubicBezTo>
                      <a:cubicBezTo>
                        <a:pt x="170" y="73574"/>
                        <a:pt x="215" y="73586"/>
                        <a:pt x="261" y="73586"/>
                      </a:cubicBezTo>
                      <a:cubicBezTo>
                        <a:pt x="307" y="73586"/>
                        <a:pt x="352" y="73574"/>
                        <a:pt x="392" y="73551"/>
                      </a:cubicBezTo>
                      <a:cubicBezTo>
                        <a:pt x="17359" y="63710"/>
                        <a:pt x="25648" y="49576"/>
                        <a:pt x="29613" y="39453"/>
                      </a:cubicBezTo>
                      <a:cubicBezTo>
                        <a:pt x="33911" y="28485"/>
                        <a:pt x="34199" y="19719"/>
                        <a:pt x="34202" y="19632"/>
                      </a:cubicBezTo>
                      <a:cubicBezTo>
                        <a:pt x="34204" y="19542"/>
                        <a:pt x="34160" y="19459"/>
                        <a:pt x="34085" y="19408"/>
                      </a:cubicBezTo>
                      <a:cubicBezTo>
                        <a:pt x="25074" y="13379"/>
                        <a:pt x="17366" y="9359"/>
                        <a:pt x="11174" y="6129"/>
                      </a:cubicBezTo>
                      <a:cubicBezTo>
                        <a:pt x="6892" y="3895"/>
                        <a:pt x="3193" y="1965"/>
                        <a:pt x="409" y="47"/>
                      </a:cubicBezTo>
                      <a:cubicBezTo>
                        <a:pt x="363" y="15"/>
                        <a:pt x="312" y="1"/>
                        <a:pt x="26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21" name="Google Shape;221;p29"/>
                <p:cNvSpPr/>
                <p:nvPr/>
              </p:nvSpPr>
              <p:spPr>
                <a:xfrm>
                  <a:off x="-5885150" y="1423975"/>
                  <a:ext cx="3088200" cy="199900"/>
                </a:xfrm>
                <a:custGeom>
                  <a:avLst/>
                  <a:gdLst/>
                  <a:ahLst/>
                  <a:cxnLst/>
                  <a:rect l="l" t="t" r="r" b="b"/>
                  <a:pathLst>
                    <a:path w="123528" h="7996" extrusionOk="0">
                      <a:moveTo>
                        <a:pt x="0" y="0"/>
                      </a:moveTo>
                      <a:lnTo>
                        <a:pt x="0" y="7996"/>
                      </a:lnTo>
                      <a:lnTo>
                        <a:pt x="123528" y="7996"/>
                      </a:lnTo>
                      <a:lnTo>
                        <a:pt x="123528"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22" name="Google Shape;222;p29"/>
                <p:cNvSpPr/>
                <p:nvPr/>
              </p:nvSpPr>
              <p:spPr>
                <a:xfrm>
                  <a:off x="-5891675" y="1417425"/>
                  <a:ext cx="3101250" cy="212975"/>
                </a:xfrm>
                <a:custGeom>
                  <a:avLst/>
                  <a:gdLst/>
                  <a:ahLst/>
                  <a:cxnLst/>
                  <a:rect l="l" t="t" r="r" b="b"/>
                  <a:pathLst>
                    <a:path w="124050" h="8519" extrusionOk="0">
                      <a:moveTo>
                        <a:pt x="123529" y="521"/>
                      </a:moveTo>
                      <a:lnTo>
                        <a:pt x="123529" y="7998"/>
                      </a:lnTo>
                      <a:lnTo>
                        <a:pt x="522" y="7998"/>
                      </a:lnTo>
                      <a:lnTo>
                        <a:pt x="522" y="521"/>
                      </a:lnTo>
                      <a:close/>
                      <a:moveTo>
                        <a:pt x="261" y="1"/>
                      </a:moveTo>
                      <a:cubicBezTo>
                        <a:pt x="117" y="1"/>
                        <a:pt x="1" y="118"/>
                        <a:pt x="1" y="261"/>
                      </a:cubicBezTo>
                      <a:lnTo>
                        <a:pt x="1" y="8258"/>
                      </a:lnTo>
                      <a:cubicBezTo>
                        <a:pt x="1" y="8401"/>
                        <a:pt x="117" y="8518"/>
                        <a:pt x="261" y="8518"/>
                      </a:cubicBezTo>
                      <a:lnTo>
                        <a:pt x="123789" y="8518"/>
                      </a:lnTo>
                      <a:cubicBezTo>
                        <a:pt x="123933" y="8518"/>
                        <a:pt x="124049" y="8401"/>
                        <a:pt x="124049" y="8258"/>
                      </a:cubicBezTo>
                      <a:lnTo>
                        <a:pt x="124049" y="261"/>
                      </a:lnTo>
                      <a:cubicBezTo>
                        <a:pt x="124049" y="118"/>
                        <a:pt x="123933" y="1"/>
                        <a:pt x="12378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23" name="Google Shape;223;p29"/>
                <p:cNvSpPr/>
                <p:nvPr/>
              </p:nvSpPr>
              <p:spPr>
                <a:xfrm>
                  <a:off x="-5865750"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6" y="1623"/>
                        <a:pt x="1657" y="1260"/>
                        <a:pt x="1657" y="812"/>
                      </a:cubicBezTo>
                      <a:cubicBezTo>
                        <a:pt x="1657" y="364"/>
                        <a:pt x="1286"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24" name="Google Shape;224;p29"/>
                <p:cNvSpPr/>
                <p:nvPr/>
              </p:nvSpPr>
              <p:spPr>
                <a:xfrm>
                  <a:off x="-5784650" y="1435375"/>
                  <a:ext cx="41475" cy="40600"/>
                </a:xfrm>
                <a:custGeom>
                  <a:avLst/>
                  <a:gdLst/>
                  <a:ahLst/>
                  <a:cxnLst/>
                  <a:rect l="l" t="t" r="r" b="b"/>
                  <a:pathLst>
                    <a:path w="1659" h="1624" extrusionOk="0">
                      <a:moveTo>
                        <a:pt x="830" y="1"/>
                      </a:moveTo>
                      <a:cubicBezTo>
                        <a:pt x="372" y="1"/>
                        <a:pt x="1" y="364"/>
                        <a:pt x="1" y="812"/>
                      </a:cubicBezTo>
                      <a:cubicBezTo>
                        <a:pt x="1" y="1260"/>
                        <a:pt x="372" y="1623"/>
                        <a:pt x="830" y="1623"/>
                      </a:cubicBezTo>
                      <a:cubicBezTo>
                        <a:pt x="1286" y="1623"/>
                        <a:pt x="1658" y="1260"/>
                        <a:pt x="1658" y="812"/>
                      </a:cubicBezTo>
                      <a:cubicBezTo>
                        <a:pt x="1658"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25" name="Google Shape;225;p29"/>
                <p:cNvSpPr/>
                <p:nvPr/>
              </p:nvSpPr>
              <p:spPr>
                <a:xfrm>
                  <a:off x="-5703525"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26" name="Google Shape;226;p29"/>
                <p:cNvSpPr/>
                <p:nvPr/>
              </p:nvSpPr>
              <p:spPr>
                <a:xfrm>
                  <a:off x="-5622425" y="1435375"/>
                  <a:ext cx="41475" cy="40600"/>
                </a:xfrm>
                <a:custGeom>
                  <a:avLst/>
                  <a:gdLst/>
                  <a:ahLst/>
                  <a:cxnLst/>
                  <a:rect l="l" t="t" r="r" b="b"/>
                  <a:pathLst>
                    <a:path w="1659" h="1624" extrusionOk="0">
                      <a:moveTo>
                        <a:pt x="829" y="1"/>
                      </a:moveTo>
                      <a:cubicBezTo>
                        <a:pt x="371" y="1"/>
                        <a:pt x="1" y="364"/>
                        <a:pt x="1" y="812"/>
                      </a:cubicBezTo>
                      <a:cubicBezTo>
                        <a:pt x="1" y="1260"/>
                        <a:pt x="371" y="1623"/>
                        <a:pt x="829" y="1623"/>
                      </a:cubicBezTo>
                      <a:cubicBezTo>
                        <a:pt x="1287" y="1623"/>
                        <a:pt x="1658" y="1260"/>
                        <a:pt x="1658" y="812"/>
                      </a:cubicBezTo>
                      <a:cubicBezTo>
                        <a:pt x="1658"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27" name="Google Shape;227;p29"/>
                <p:cNvSpPr/>
                <p:nvPr/>
              </p:nvSpPr>
              <p:spPr>
                <a:xfrm>
                  <a:off x="-5541325" y="1435375"/>
                  <a:ext cx="41475" cy="40600"/>
                </a:xfrm>
                <a:custGeom>
                  <a:avLst/>
                  <a:gdLst/>
                  <a:ahLst/>
                  <a:cxnLst/>
                  <a:rect l="l" t="t" r="r" b="b"/>
                  <a:pathLst>
                    <a:path w="1659" h="1624" extrusionOk="0">
                      <a:moveTo>
                        <a:pt x="830" y="1"/>
                      </a:moveTo>
                      <a:cubicBezTo>
                        <a:pt x="372" y="1"/>
                        <a:pt x="1" y="364"/>
                        <a:pt x="1" y="812"/>
                      </a:cubicBezTo>
                      <a:cubicBezTo>
                        <a:pt x="1" y="1260"/>
                        <a:pt x="372" y="1623"/>
                        <a:pt x="830" y="1623"/>
                      </a:cubicBezTo>
                      <a:cubicBezTo>
                        <a:pt x="1287" y="1623"/>
                        <a:pt x="1658" y="1260"/>
                        <a:pt x="1658" y="812"/>
                      </a:cubicBezTo>
                      <a:cubicBezTo>
                        <a:pt x="1658"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28" name="Google Shape;228;p29"/>
                <p:cNvSpPr/>
                <p:nvPr/>
              </p:nvSpPr>
              <p:spPr>
                <a:xfrm>
                  <a:off x="-5460200"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29" name="Google Shape;229;p29"/>
                <p:cNvSpPr/>
                <p:nvPr/>
              </p:nvSpPr>
              <p:spPr>
                <a:xfrm>
                  <a:off x="-5379100" y="1435375"/>
                  <a:ext cx="41475" cy="40600"/>
                </a:xfrm>
                <a:custGeom>
                  <a:avLst/>
                  <a:gdLst/>
                  <a:ahLst/>
                  <a:cxnLst/>
                  <a:rect l="l" t="t" r="r" b="b"/>
                  <a:pathLst>
                    <a:path w="1659" h="1624" extrusionOk="0">
                      <a:moveTo>
                        <a:pt x="830" y="1"/>
                      </a:moveTo>
                      <a:cubicBezTo>
                        <a:pt x="373" y="1"/>
                        <a:pt x="1" y="364"/>
                        <a:pt x="1" y="812"/>
                      </a:cubicBezTo>
                      <a:cubicBezTo>
                        <a:pt x="1" y="1260"/>
                        <a:pt x="373" y="1623"/>
                        <a:pt x="830" y="1623"/>
                      </a:cubicBezTo>
                      <a:cubicBezTo>
                        <a:pt x="1287" y="1623"/>
                        <a:pt x="1659" y="1260"/>
                        <a:pt x="1659" y="812"/>
                      </a:cubicBezTo>
                      <a:cubicBezTo>
                        <a:pt x="1659"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30" name="Google Shape;230;p29"/>
                <p:cNvSpPr/>
                <p:nvPr/>
              </p:nvSpPr>
              <p:spPr>
                <a:xfrm>
                  <a:off x="-5297950" y="1435375"/>
                  <a:ext cx="41425" cy="40600"/>
                </a:xfrm>
                <a:custGeom>
                  <a:avLst/>
                  <a:gdLst/>
                  <a:ahLst/>
                  <a:cxnLst/>
                  <a:rect l="l" t="t" r="r" b="b"/>
                  <a:pathLst>
                    <a:path w="1657" h="1624" extrusionOk="0">
                      <a:moveTo>
                        <a:pt x="828" y="1"/>
                      </a:moveTo>
                      <a:cubicBezTo>
                        <a:pt x="371" y="1"/>
                        <a:pt x="0" y="364"/>
                        <a:pt x="0" y="812"/>
                      </a:cubicBezTo>
                      <a:cubicBezTo>
                        <a:pt x="0" y="1260"/>
                        <a:pt x="371" y="1623"/>
                        <a:pt x="828" y="1623"/>
                      </a:cubicBezTo>
                      <a:cubicBezTo>
                        <a:pt x="1286" y="1623"/>
                        <a:pt x="1657" y="1260"/>
                        <a:pt x="1657" y="812"/>
                      </a:cubicBezTo>
                      <a:cubicBezTo>
                        <a:pt x="1657" y="364"/>
                        <a:pt x="1286" y="1"/>
                        <a:pt x="828"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31" name="Google Shape;231;p29"/>
                <p:cNvSpPr/>
                <p:nvPr/>
              </p:nvSpPr>
              <p:spPr>
                <a:xfrm>
                  <a:off x="-5216850" y="1435375"/>
                  <a:ext cx="41450" cy="40600"/>
                </a:xfrm>
                <a:custGeom>
                  <a:avLst/>
                  <a:gdLst/>
                  <a:ahLst/>
                  <a:cxnLst/>
                  <a:rect l="l" t="t" r="r" b="b"/>
                  <a:pathLst>
                    <a:path w="1658" h="1624" extrusionOk="0">
                      <a:moveTo>
                        <a:pt x="828" y="1"/>
                      </a:moveTo>
                      <a:cubicBezTo>
                        <a:pt x="371" y="1"/>
                        <a:pt x="0" y="364"/>
                        <a:pt x="0" y="812"/>
                      </a:cubicBezTo>
                      <a:cubicBezTo>
                        <a:pt x="0" y="1260"/>
                        <a:pt x="371" y="1623"/>
                        <a:pt x="828" y="1623"/>
                      </a:cubicBezTo>
                      <a:cubicBezTo>
                        <a:pt x="1286" y="1623"/>
                        <a:pt x="1658" y="1260"/>
                        <a:pt x="1658" y="812"/>
                      </a:cubicBezTo>
                      <a:cubicBezTo>
                        <a:pt x="1658" y="364"/>
                        <a:pt x="1286" y="1"/>
                        <a:pt x="828"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32" name="Google Shape;232;p29"/>
                <p:cNvSpPr/>
                <p:nvPr/>
              </p:nvSpPr>
              <p:spPr>
                <a:xfrm>
                  <a:off x="-5135750" y="1435375"/>
                  <a:ext cx="41450" cy="40600"/>
                </a:xfrm>
                <a:custGeom>
                  <a:avLst/>
                  <a:gdLst/>
                  <a:ahLst/>
                  <a:cxnLst/>
                  <a:rect l="l" t="t" r="r" b="b"/>
                  <a:pathLst>
                    <a:path w="1658" h="1624" extrusionOk="0">
                      <a:moveTo>
                        <a:pt x="830" y="1"/>
                      </a:moveTo>
                      <a:cubicBezTo>
                        <a:pt x="372" y="1"/>
                        <a:pt x="0" y="364"/>
                        <a:pt x="0" y="812"/>
                      </a:cubicBezTo>
                      <a:cubicBezTo>
                        <a:pt x="0" y="1260"/>
                        <a:pt x="372" y="1623"/>
                        <a:pt x="830" y="1623"/>
                      </a:cubicBezTo>
                      <a:cubicBezTo>
                        <a:pt x="1287" y="1623"/>
                        <a:pt x="1658" y="1260"/>
                        <a:pt x="1658" y="812"/>
                      </a:cubicBezTo>
                      <a:cubicBezTo>
                        <a:pt x="1658" y="364"/>
                        <a:pt x="1287"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33" name="Google Shape;233;p29"/>
                <p:cNvSpPr/>
                <p:nvPr/>
              </p:nvSpPr>
              <p:spPr>
                <a:xfrm>
                  <a:off x="-5054625" y="1435375"/>
                  <a:ext cx="41475" cy="40600"/>
                </a:xfrm>
                <a:custGeom>
                  <a:avLst/>
                  <a:gdLst/>
                  <a:ahLst/>
                  <a:cxnLst/>
                  <a:rect l="l" t="t" r="r" b="b"/>
                  <a:pathLst>
                    <a:path w="1659" h="1624" extrusionOk="0">
                      <a:moveTo>
                        <a:pt x="829" y="1"/>
                      </a:moveTo>
                      <a:cubicBezTo>
                        <a:pt x="371" y="1"/>
                        <a:pt x="0" y="364"/>
                        <a:pt x="0" y="812"/>
                      </a:cubicBezTo>
                      <a:cubicBezTo>
                        <a:pt x="0" y="1260"/>
                        <a:pt x="371" y="1623"/>
                        <a:pt x="829" y="1623"/>
                      </a:cubicBezTo>
                      <a:cubicBezTo>
                        <a:pt x="1286" y="1623"/>
                        <a:pt x="1658" y="1260"/>
                        <a:pt x="1658" y="812"/>
                      </a:cubicBezTo>
                      <a:cubicBezTo>
                        <a:pt x="1658" y="364"/>
                        <a:pt x="1286"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34" name="Google Shape;234;p29"/>
                <p:cNvSpPr/>
                <p:nvPr/>
              </p:nvSpPr>
              <p:spPr>
                <a:xfrm>
                  <a:off x="-4973525" y="1435375"/>
                  <a:ext cx="41475" cy="40600"/>
                </a:xfrm>
                <a:custGeom>
                  <a:avLst/>
                  <a:gdLst/>
                  <a:ahLst/>
                  <a:cxnLst/>
                  <a:rect l="l" t="t" r="r" b="b"/>
                  <a:pathLst>
                    <a:path w="1659" h="1624" extrusionOk="0">
                      <a:moveTo>
                        <a:pt x="830" y="1"/>
                      </a:moveTo>
                      <a:cubicBezTo>
                        <a:pt x="372" y="1"/>
                        <a:pt x="0" y="364"/>
                        <a:pt x="0" y="812"/>
                      </a:cubicBezTo>
                      <a:cubicBezTo>
                        <a:pt x="0" y="1260"/>
                        <a:pt x="372" y="1623"/>
                        <a:pt x="830" y="1623"/>
                      </a:cubicBezTo>
                      <a:cubicBezTo>
                        <a:pt x="1286" y="1623"/>
                        <a:pt x="1658" y="1260"/>
                        <a:pt x="1658" y="812"/>
                      </a:cubicBezTo>
                      <a:cubicBezTo>
                        <a:pt x="1658" y="364"/>
                        <a:pt x="1286"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35" name="Google Shape;235;p29"/>
                <p:cNvSpPr/>
                <p:nvPr/>
              </p:nvSpPr>
              <p:spPr>
                <a:xfrm>
                  <a:off x="-4892400"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36" name="Google Shape;236;p29"/>
                <p:cNvSpPr/>
                <p:nvPr/>
              </p:nvSpPr>
              <p:spPr>
                <a:xfrm>
                  <a:off x="-4811300"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37" name="Google Shape;237;p29"/>
                <p:cNvSpPr/>
                <p:nvPr/>
              </p:nvSpPr>
              <p:spPr>
                <a:xfrm>
                  <a:off x="-5865750"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6" y="1623"/>
                        <a:pt x="1657" y="1259"/>
                        <a:pt x="1657" y="811"/>
                      </a:cubicBezTo>
                      <a:cubicBezTo>
                        <a:pt x="1657" y="363"/>
                        <a:pt x="1286"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38" name="Google Shape;238;p29"/>
                <p:cNvSpPr/>
                <p:nvPr/>
              </p:nvSpPr>
              <p:spPr>
                <a:xfrm>
                  <a:off x="-5784650" y="1564475"/>
                  <a:ext cx="41475" cy="40575"/>
                </a:xfrm>
                <a:custGeom>
                  <a:avLst/>
                  <a:gdLst/>
                  <a:ahLst/>
                  <a:cxnLst/>
                  <a:rect l="l" t="t" r="r" b="b"/>
                  <a:pathLst>
                    <a:path w="1659" h="1623" extrusionOk="0">
                      <a:moveTo>
                        <a:pt x="830" y="0"/>
                      </a:moveTo>
                      <a:cubicBezTo>
                        <a:pt x="372" y="0"/>
                        <a:pt x="1" y="363"/>
                        <a:pt x="1" y="811"/>
                      </a:cubicBezTo>
                      <a:cubicBezTo>
                        <a:pt x="1" y="1259"/>
                        <a:pt x="372" y="1623"/>
                        <a:pt x="830" y="1623"/>
                      </a:cubicBezTo>
                      <a:cubicBezTo>
                        <a:pt x="1286" y="1623"/>
                        <a:pt x="1658" y="1259"/>
                        <a:pt x="1658" y="811"/>
                      </a:cubicBezTo>
                      <a:cubicBezTo>
                        <a:pt x="1658"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39" name="Google Shape;239;p29"/>
                <p:cNvSpPr/>
                <p:nvPr/>
              </p:nvSpPr>
              <p:spPr>
                <a:xfrm>
                  <a:off x="-5703525"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40" name="Google Shape;240;p29"/>
                <p:cNvSpPr/>
                <p:nvPr/>
              </p:nvSpPr>
              <p:spPr>
                <a:xfrm>
                  <a:off x="-5622425" y="1564475"/>
                  <a:ext cx="41475" cy="40575"/>
                </a:xfrm>
                <a:custGeom>
                  <a:avLst/>
                  <a:gdLst/>
                  <a:ahLst/>
                  <a:cxnLst/>
                  <a:rect l="l" t="t" r="r" b="b"/>
                  <a:pathLst>
                    <a:path w="1659" h="1623" extrusionOk="0">
                      <a:moveTo>
                        <a:pt x="829" y="0"/>
                      </a:moveTo>
                      <a:cubicBezTo>
                        <a:pt x="371" y="0"/>
                        <a:pt x="1" y="363"/>
                        <a:pt x="1" y="811"/>
                      </a:cubicBezTo>
                      <a:cubicBezTo>
                        <a:pt x="1" y="1259"/>
                        <a:pt x="371" y="1623"/>
                        <a:pt x="829" y="1623"/>
                      </a:cubicBezTo>
                      <a:cubicBezTo>
                        <a:pt x="1287" y="1623"/>
                        <a:pt x="1658" y="1259"/>
                        <a:pt x="1658" y="811"/>
                      </a:cubicBezTo>
                      <a:cubicBezTo>
                        <a:pt x="1658"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41" name="Google Shape;241;p29"/>
                <p:cNvSpPr/>
                <p:nvPr/>
              </p:nvSpPr>
              <p:spPr>
                <a:xfrm>
                  <a:off x="-5541325" y="1564475"/>
                  <a:ext cx="41475" cy="40575"/>
                </a:xfrm>
                <a:custGeom>
                  <a:avLst/>
                  <a:gdLst/>
                  <a:ahLst/>
                  <a:cxnLst/>
                  <a:rect l="l" t="t" r="r" b="b"/>
                  <a:pathLst>
                    <a:path w="1659" h="1623" extrusionOk="0">
                      <a:moveTo>
                        <a:pt x="830" y="0"/>
                      </a:moveTo>
                      <a:cubicBezTo>
                        <a:pt x="372" y="0"/>
                        <a:pt x="1" y="363"/>
                        <a:pt x="1" y="811"/>
                      </a:cubicBezTo>
                      <a:cubicBezTo>
                        <a:pt x="1" y="1259"/>
                        <a:pt x="372" y="1623"/>
                        <a:pt x="830" y="1623"/>
                      </a:cubicBezTo>
                      <a:cubicBezTo>
                        <a:pt x="1287" y="1623"/>
                        <a:pt x="1658" y="1259"/>
                        <a:pt x="1658" y="811"/>
                      </a:cubicBezTo>
                      <a:cubicBezTo>
                        <a:pt x="1658"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42" name="Google Shape;242;p29"/>
                <p:cNvSpPr/>
                <p:nvPr/>
              </p:nvSpPr>
              <p:spPr>
                <a:xfrm>
                  <a:off x="-5460200"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43" name="Google Shape;243;p29"/>
                <p:cNvSpPr/>
                <p:nvPr/>
              </p:nvSpPr>
              <p:spPr>
                <a:xfrm>
                  <a:off x="-5379100" y="1564475"/>
                  <a:ext cx="41475" cy="40575"/>
                </a:xfrm>
                <a:custGeom>
                  <a:avLst/>
                  <a:gdLst/>
                  <a:ahLst/>
                  <a:cxnLst/>
                  <a:rect l="l" t="t" r="r" b="b"/>
                  <a:pathLst>
                    <a:path w="1659" h="1623" extrusionOk="0">
                      <a:moveTo>
                        <a:pt x="830" y="0"/>
                      </a:moveTo>
                      <a:cubicBezTo>
                        <a:pt x="373" y="0"/>
                        <a:pt x="1" y="363"/>
                        <a:pt x="1" y="811"/>
                      </a:cubicBezTo>
                      <a:cubicBezTo>
                        <a:pt x="1" y="1259"/>
                        <a:pt x="373" y="1623"/>
                        <a:pt x="830" y="1623"/>
                      </a:cubicBezTo>
                      <a:cubicBezTo>
                        <a:pt x="1287" y="1623"/>
                        <a:pt x="1659" y="1259"/>
                        <a:pt x="1659" y="811"/>
                      </a:cubicBezTo>
                      <a:cubicBezTo>
                        <a:pt x="1659"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44" name="Google Shape;244;p29"/>
                <p:cNvSpPr/>
                <p:nvPr/>
              </p:nvSpPr>
              <p:spPr>
                <a:xfrm>
                  <a:off x="-5297950" y="1564475"/>
                  <a:ext cx="41425" cy="40575"/>
                </a:xfrm>
                <a:custGeom>
                  <a:avLst/>
                  <a:gdLst/>
                  <a:ahLst/>
                  <a:cxnLst/>
                  <a:rect l="l" t="t" r="r" b="b"/>
                  <a:pathLst>
                    <a:path w="1657" h="1623" extrusionOk="0">
                      <a:moveTo>
                        <a:pt x="828" y="0"/>
                      </a:moveTo>
                      <a:cubicBezTo>
                        <a:pt x="371" y="0"/>
                        <a:pt x="0" y="363"/>
                        <a:pt x="0" y="811"/>
                      </a:cubicBezTo>
                      <a:cubicBezTo>
                        <a:pt x="0" y="1259"/>
                        <a:pt x="371" y="1623"/>
                        <a:pt x="828" y="1623"/>
                      </a:cubicBezTo>
                      <a:cubicBezTo>
                        <a:pt x="1286" y="1623"/>
                        <a:pt x="1657" y="1259"/>
                        <a:pt x="1657" y="811"/>
                      </a:cubicBezTo>
                      <a:cubicBezTo>
                        <a:pt x="1657" y="363"/>
                        <a:pt x="1286" y="0"/>
                        <a:pt x="828"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45" name="Google Shape;245;p29"/>
                <p:cNvSpPr/>
                <p:nvPr/>
              </p:nvSpPr>
              <p:spPr>
                <a:xfrm>
                  <a:off x="-5216850" y="1564475"/>
                  <a:ext cx="41450" cy="40575"/>
                </a:xfrm>
                <a:custGeom>
                  <a:avLst/>
                  <a:gdLst/>
                  <a:ahLst/>
                  <a:cxnLst/>
                  <a:rect l="l" t="t" r="r" b="b"/>
                  <a:pathLst>
                    <a:path w="1658" h="1623" extrusionOk="0">
                      <a:moveTo>
                        <a:pt x="828" y="0"/>
                      </a:moveTo>
                      <a:cubicBezTo>
                        <a:pt x="371" y="0"/>
                        <a:pt x="0" y="363"/>
                        <a:pt x="0" y="811"/>
                      </a:cubicBezTo>
                      <a:cubicBezTo>
                        <a:pt x="0" y="1259"/>
                        <a:pt x="371" y="1623"/>
                        <a:pt x="828" y="1623"/>
                      </a:cubicBezTo>
                      <a:cubicBezTo>
                        <a:pt x="1286" y="1623"/>
                        <a:pt x="1658" y="1259"/>
                        <a:pt x="1658" y="811"/>
                      </a:cubicBezTo>
                      <a:cubicBezTo>
                        <a:pt x="1658" y="363"/>
                        <a:pt x="1286" y="0"/>
                        <a:pt x="828"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46" name="Google Shape;246;p29"/>
                <p:cNvSpPr/>
                <p:nvPr/>
              </p:nvSpPr>
              <p:spPr>
                <a:xfrm>
                  <a:off x="-5135750" y="1564475"/>
                  <a:ext cx="41450" cy="40575"/>
                </a:xfrm>
                <a:custGeom>
                  <a:avLst/>
                  <a:gdLst/>
                  <a:ahLst/>
                  <a:cxnLst/>
                  <a:rect l="l" t="t" r="r" b="b"/>
                  <a:pathLst>
                    <a:path w="1658" h="1623" extrusionOk="0">
                      <a:moveTo>
                        <a:pt x="830" y="0"/>
                      </a:moveTo>
                      <a:cubicBezTo>
                        <a:pt x="372" y="0"/>
                        <a:pt x="0" y="363"/>
                        <a:pt x="0" y="811"/>
                      </a:cubicBezTo>
                      <a:cubicBezTo>
                        <a:pt x="0" y="1259"/>
                        <a:pt x="372" y="1623"/>
                        <a:pt x="830" y="1623"/>
                      </a:cubicBezTo>
                      <a:cubicBezTo>
                        <a:pt x="1287" y="1623"/>
                        <a:pt x="1658" y="1259"/>
                        <a:pt x="1658" y="811"/>
                      </a:cubicBezTo>
                      <a:cubicBezTo>
                        <a:pt x="1658" y="363"/>
                        <a:pt x="1287"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47" name="Google Shape;247;p29"/>
                <p:cNvSpPr/>
                <p:nvPr/>
              </p:nvSpPr>
              <p:spPr>
                <a:xfrm>
                  <a:off x="-5054625" y="1564475"/>
                  <a:ext cx="41475" cy="40575"/>
                </a:xfrm>
                <a:custGeom>
                  <a:avLst/>
                  <a:gdLst/>
                  <a:ahLst/>
                  <a:cxnLst/>
                  <a:rect l="l" t="t" r="r" b="b"/>
                  <a:pathLst>
                    <a:path w="1659" h="1623" extrusionOk="0">
                      <a:moveTo>
                        <a:pt x="829" y="0"/>
                      </a:moveTo>
                      <a:cubicBezTo>
                        <a:pt x="371" y="0"/>
                        <a:pt x="0" y="363"/>
                        <a:pt x="0" y="811"/>
                      </a:cubicBezTo>
                      <a:cubicBezTo>
                        <a:pt x="0" y="1259"/>
                        <a:pt x="371" y="1623"/>
                        <a:pt x="829" y="1623"/>
                      </a:cubicBezTo>
                      <a:cubicBezTo>
                        <a:pt x="1286" y="1623"/>
                        <a:pt x="1658" y="1259"/>
                        <a:pt x="1658" y="811"/>
                      </a:cubicBezTo>
                      <a:cubicBezTo>
                        <a:pt x="1658" y="363"/>
                        <a:pt x="1286"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48" name="Google Shape;248;p29"/>
                <p:cNvSpPr/>
                <p:nvPr/>
              </p:nvSpPr>
              <p:spPr>
                <a:xfrm>
                  <a:off x="-4973525" y="1564475"/>
                  <a:ext cx="41475" cy="40575"/>
                </a:xfrm>
                <a:custGeom>
                  <a:avLst/>
                  <a:gdLst/>
                  <a:ahLst/>
                  <a:cxnLst/>
                  <a:rect l="l" t="t" r="r" b="b"/>
                  <a:pathLst>
                    <a:path w="1659" h="1623" extrusionOk="0">
                      <a:moveTo>
                        <a:pt x="830" y="0"/>
                      </a:moveTo>
                      <a:cubicBezTo>
                        <a:pt x="372" y="0"/>
                        <a:pt x="0" y="363"/>
                        <a:pt x="0" y="811"/>
                      </a:cubicBezTo>
                      <a:cubicBezTo>
                        <a:pt x="0" y="1259"/>
                        <a:pt x="372" y="1623"/>
                        <a:pt x="830" y="1623"/>
                      </a:cubicBezTo>
                      <a:cubicBezTo>
                        <a:pt x="1286" y="1623"/>
                        <a:pt x="1658" y="1259"/>
                        <a:pt x="1658" y="811"/>
                      </a:cubicBezTo>
                      <a:cubicBezTo>
                        <a:pt x="1658" y="363"/>
                        <a:pt x="1286"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49" name="Google Shape;249;p29"/>
                <p:cNvSpPr/>
                <p:nvPr/>
              </p:nvSpPr>
              <p:spPr>
                <a:xfrm>
                  <a:off x="-4892400"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0" name="Google Shape;250;p29"/>
                <p:cNvSpPr/>
                <p:nvPr/>
              </p:nvSpPr>
              <p:spPr>
                <a:xfrm>
                  <a:off x="-4811300"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1" name="Google Shape;251;p29"/>
                <p:cNvSpPr/>
                <p:nvPr/>
              </p:nvSpPr>
              <p:spPr>
                <a:xfrm>
                  <a:off x="-3912550" y="1435375"/>
                  <a:ext cx="41450" cy="40600"/>
                </a:xfrm>
                <a:custGeom>
                  <a:avLst/>
                  <a:gdLst/>
                  <a:ahLst/>
                  <a:cxnLst/>
                  <a:rect l="l" t="t" r="r" b="b"/>
                  <a:pathLst>
                    <a:path w="1658" h="1624" extrusionOk="0">
                      <a:moveTo>
                        <a:pt x="829" y="1"/>
                      </a:moveTo>
                      <a:cubicBezTo>
                        <a:pt x="372" y="1"/>
                        <a:pt x="1" y="364"/>
                        <a:pt x="1" y="812"/>
                      </a:cubicBezTo>
                      <a:cubicBezTo>
                        <a:pt x="1" y="1260"/>
                        <a:pt x="372" y="1623"/>
                        <a:pt x="829" y="1623"/>
                      </a:cubicBezTo>
                      <a:cubicBezTo>
                        <a:pt x="1287" y="1623"/>
                        <a:pt x="1658" y="1260"/>
                        <a:pt x="1658" y="812"/>
                      </a:cubicBezTo>
                      <a:cubicBezTo>
                        <a:pt x="1658"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2" name="Google Shape;252;p29"/>
                <p:cNvSpPr/>
                <p:nvPr/>
              </p:nvSpPr>
              <p:spPr>
                <a:xfrm>
                  <a:off x="-3831450" y="1435375"/>
                  <a:ext cx="41475" cy="40600"/>
                </a:xfrm>
                <a:custGeom>
                  <a:avLst/>
                  <a:gdLst/>
                  <a:ahLst/>
                  <a:cxnLst/>
                  <a:rect l="l" t="t" r="r" b="b"/>
                  <a:pathLst>
                    <a:path w="1659" h="1624" extrusionOk="0">
                      <a:moveTo>
                        <a:pt x="829" y="1"/>
                      </a:moveTo>
                      <a:cubicBezTo>
                        <a:pt x="372" y="1"/>
                        <a:pt x="1" y="364"/>
                        <a:pt x="1" y="812"/>
                      </a:cubicBezTo>
                      <a:cubicBezTo>
                        <a:pt x="1" y="1260"/>
                        <a:pt x="372" y="1623"/>
                        <a:pt x="829" y="1623"/>
                      </a:cubicBezTo>
                      <a:cubicBezTo>
                        <a:pt x="1287" y="1623"/>
                        <a:pt x="1659" y="1260"/>
                        <a:pt x="1659" y="812"/>
                      </a:cubicBezTo>
                      <a:cubicBezTo>
                        <a:pt x="1659"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3" name="Google Shape;253;p29"/>
                <p:cNvSpPr/>
                <p:nvPr/>
              </p:nvSpPr>
              <p:spPr>
                <a:xfrm>
                  <a:off x="-3750350" y="1435375"/>
                  <a:ext cx="41475" cy="40600"/>
                </a:xfrm>
                <a:custGeom>
                  <a:avLst/>
                  <a:gdLst/>
                  <a:ahLst/>
                  <a:cxnLst/>
                  <a:rect l="l" t="t" r="r" b="b"/>
                  <a:pathLst>
                    <a:path w="1659" h="1624" extrusionOk="0">
                      <a:moveTo>
                        <a:pt x="830" y="1"/>
                      </a:moveTo>
                      <a:cubicBezTo>
                        <a:pt x="373" y="1"/>
                        <a:pt x="1" y="364"/>
                        <a:pt x="1" y="812"/>
                      </a:cubicBezTo>
                      <a:cubicBezTo>
                        <a:pt x="1" y="1260"/>
                        <a:pt x="373" y="1623"/>
                        <a:pt x="830" y="1623"/>
                      </a:cubicBezTo>
                      <a:cubicBezTo>
                        <a:pt x="1288" y="1623"/>
                        <a:pt x="1659" y="1260"/>
                        <a:pt x="1659" y="812"/>
                      </a:cubicBezTo>
                      <a:cubicBezTo>
                        <a:pt x="1659"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4" name="Google Shape;254;p29"/>
                <p:cNvSpPr/>
                <p:nvPr/>
              </p:nvSpPr>
              <p:spPr>
                <a:xfrm>
                  <a:off x="-3669200" y="1435375"/>
                  <a:ext cx="41425" cy="40600"/>
                </a:xfrm>
                <a:custGeom>
                  <a:avLst/>
                  <a:gdLst/>
                  <a:ahLst/>
                  <a:cxnLst/>
                  <a:rect l="l" t="t" r="r" b="b"/>
                  <a:pathLst>
                    <a:path w="1657" h="1624" extrusionOk="0">
                      <a:moveTo>
                        <a:pt x="828" y="1"/>
                      </a:moveTo>
                      <a:cubicBezTo>
                        <a:pt x="371" y="1"/>
                        <a:pt x="0" y="364"/>
                        <a:pt x="0" y="812"/>
                      </a:cubicBezTo>
                      <a:cubicBezTo>
                        <a:pt x="0" y="1260"/>
                        <a:pt x="371" y="1623"/>
                        <a:pt x="828" y="1623"/>
                      </a:cubicBezTo>
                      <a:cubicBezTo>
                        <a:pt x="1286" y="1623"/>
                        <a:pt x="1657" y="1260"/>
                        <a:pt x="1657" y="812"/>
                      </a:cubicBezTo>
                      <a:cubicBezTo>
                        <a:pt x="1657" y="364"/>
                        <a:pt x="1286" y="1"/>
                        <a:pt x="828"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5" name="Google Shape;255;p29"/>
                <p:cNvSpPr/>
                <p:nvPr/>
              </p:nvSpPr>
              <p:spPr>
                <a:xfrm>
                  <a:off x="-3588100" y="1435375"/>
                  <a:ext cx="41450" cy="40600"/>
                </a:xfrm>
                <a:custGeom>
                  <a:avLst/>
                  <a:gdLst/>
                  <a:ahLst/>
                  <a:cxnLst/>
                  <a:rect l="l" t="t" r="r" b="b"/>
                  <a:pathLst>
                    <a:path w="1658" h="1624" extrusionOk="0">
                      <a:moveTo>
                        <a:pt x="828" y="1"/>
                      </a:moveTo>
                      <a:cubicBezTo>
                        <a:pt x="372" y="1"/>
                        <a:pt x="0" y="364"/>
                        <a:pt x="0" y="812"/>
                      </a:cubicBezTo>
                      <a:cubicBezTo>
                        <a:pt x="0" y="1260"/>
                        <a:pt x="372" y="1623"/>
                        <a:pt x="828" y="1623"/>
                      </a:cubicBezTo>
                      <a:cubicBezTo>
                        <a:pt x="1286" y="1623"/>
                        <a:pt x="1658" y="1260"/>
                        <a:pt x="1658" y="812"/>
                      </a:cubicBezTo>
                      <a:cubicBezTo>
                        <a:pt x="1658" y="364"/>
                        <a:pt x="1286" y="1"/>
                        <a:pt x="828"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6" name="Google Shape;256;p29"/>
                <p:cNvSpPr/>
                <p:nvPr/>
              </p:nvSpPr>
              <p:spPr>
                <a:xfrm>
                  <a:off x="-3506975" y="1435375"/>
                  <a:ext cx="41425" cy="40600"/>
                </a:xfrm>
                <a:custGeom>
                  <a:avLst/>
                  <a:gdLst/>
                  <a:ahLst/>
                  <a:cxnLst/>
                  <a:rect l="l" t="t" r="r" b="b"/>
                  <a:pathLst>
                    <a:path w="1657" h="1624" extrusionOk="0">
                      <a:moveTo>
                        <a:pt x="829" y="1"/>
                      </a:moveTo>
                      <a:cubicBezTo>
                        <a:pt x="371" y="1"/>
                        <a:pt x="0" y="364"/>
                        <a:pt x="0" y="812"/>
                      </a:cubicBezTo>
                      <a:cubicBezTo>
                        <a:pt x="0" y="1260"/>
                        <a:pt x="371" y="1623"/>
                        <a:pt x="829" y="1623"/>
                      </a:cubicBezTo>
                      <a:cubicBezTo>
                        <a:pt x="1286" y="1623"/>
                        <a:pt x="1657" y="1260"/>
                        <a:pt x="1657" y="812"/>
                      </a:cubicBezTo>
                      <a:cubicBezTo>
                        <a:pt x="1657" y="364"/>
                        <a:pt x="1286"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7" name="Google Shape;257;p29"/>
                <p:cNvSpPr/>
                <p:nvPr/>
              </p:nvSpPr>
              <p:spPr>
                <a:xfrm>
                  <a:off x="-3425875" y="1435375"/>
                  <a:ext cx="41475" cy="40600"/>
                </a:xfrm>
                <a:custGeom>
                  <a:avLst/>
                  <a:gdLst/>
                  <a:ahLst/>
                  <a:cxnLst/>
                  <a:rect l="l" t="t" r="r" b="b"/>
                  <a:pathLst>
                    <a:path w="1659" h="1624" extrusionOk="0">
                      <a:moveTo>
                        <a:pt x="829" y="1"/>
                      </a:moveTo>
                      <a:cubicBezTo>
                        <a:pt x="371" y="1"/>
                        <a:pt x="0" y="364"/>
                        <a:pt x="0" y="812"/>
                      </a:cubicBezTo>
                      <a:cubicBezTo>
                        <a:pt x="0" y="1260"/>
                        <a:pt x="371" y="1623"/>
                        <a:pt x="829" y="1623"/>
                      </a:cubicBezTo>
                      <a:cubicBezTo>
                        <a:pt x="1286" y="1623"/>
                        <a:pt x="1658" y="1260"/>
                        <a:pt x="1658" y="812"/>
                      </a:cubicBezTo>
                      <a:cubicBezTo>
                        <a:pt x="1658" y="364"/>
                        <a:pt x="1286"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8" name="Google Shape;258;p29"/>
                <p:cNvSpPr/>
                <p:nvPr/>
              </p:nvSpPr>
              <p:spPr>
                <a:xfrm>
                  <a:off x="-3344775" y="1435375"/>
                  <a:ext cx="41475" cy="40600"/>
                </a:xfrm>
                <a:custGeom>
                  <a:avLst/>
                  <a:gdLst/>
                  <a:ahLst/>
                  <a:cxnLst/>
                  <a:rect l="l" t="t" r="r" b="b"/>
                  <a:pathLst>
                    <a:path w="1659" h="1624" extrusionOk="0">
                      <a:moveTo>
                        <a:pt x="830" y="1"/>
                      </a:moveTo>
                      <a:cubicBezTo>
                        <a:pt x="372" y="1"/>
                        <a:pt x="0" y="364"/>
                        <a:pt x="0" y="812"/>
                      </a:cubicBezTo>
                      <a:cubicBezTo>
                        <a:pt x="0" y="1260"/>
                        <a:pt x="372" y="1623"/>
                        <a:pt x="830" y="1623"/>
                      </a:cubicBezTo>
                      <a:cubicBezTo>
                        <a:pt x="1288" y="1623"/>
                        <a:pt x="1658" y="1260"/>
                        <a:pt x="1658" y="812"/>
                      </a:cubicBezTo>
                      <a:cubicBezTo>
                        <a:pt x="1658"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9" name="Google Shape;259;p29"/>
                <p:cNvSpPr/>
                <p:nvPr/>
              </p:nvSpPr>
              <p:spPr>
                <a:xfrm>
                  <a:off x="-3263650"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0" name="Google Shape;260;p29"/>
                <p:cNvSpPr/>
                <p:nvPr/>
              </p:nvSpPr>
              <p:spPr>
                <a:xfrm>
                  <a:off x="-3182550" y="1435375"/>
                  <a:ext cx="41475" cy="40600"/>
                </a:xfrm>
                <a:custGeom>
                  <a:avLst/>
                  <a:gdLst/>
                  <a:ahLst/>
                  <a:cxnLst/>
                  <a:rect l="l" t="t" r="r" b="b"/>
                  <a:pathLst>
                    <a:path w="1659" h="1624" extrusionOk="0">
                      <a:moveTo>
                        <a:pt x="829" y="1"/>
                      </a:moveTo>
                      <a:cubicBezTo>
                        <a:pt x="372" y="1"/>
                        <a:pt x="1" y="364"/>
                        <a:pt x="1" y="812"/>
                      </a:cubicBezTo>
                      <a:cubicBezTo>
                        <a:pt x="1" y="1260"/>
                        <a:pt x="371" y="1623"/>
                        <a:pt x="829" y="1623"/>
                      </a:cubicBezTo>
                      <a:cubicBezTo>
                        <a:pt x="1287" y="1623"/>
                        <a:pt x="1658" y="1260"/>
                        <a:pt x="1658" y="812"/>
                      </a:cubicBezTo>
                      <a:cubicBezTo>
                        <a:pt x="1658"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1" name="Google Shape;261;p29"/>
                <p:cNvSpPr/>
                <p:nvPr/>
              </p:nvSpPr>
              <p:spPr>
                <a:xfrm>
                  <a:off x="-3101425"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2" name="Google Shape;262;p29"/>
                <p:cNvSpPr/>
                <p:nvPr/>
              </p:nvSpPr>
              <p:spPr>
                <a:xfrm>
                  <a:off x="-3020325" y="1435375"/>
                  <a:ext cx="41475" cy="40600"/>
                </a:xfrm>
                <a:custGeom>
                  <a:avLst/>
                  <a:gdLst/>
                  <a:ahLst/>
                  <a:cxnLst/>
                  <a:rect l="l" t="t" r="r" b="b"/>
                  <a:pathLst>
                    <a:path w="1659" h="1624" extrusionOk="0">
                      <a:moveTo>
                        <a:pt x="829" y="1"/>
                      </a:moveTo>
                      <a:cubicBezTo>
                        <a:pt x="371" y="1"/>
                        <a:pt x="1" y="364"/>
                        <a:pt x="1" y="812"/>
                      </a:cubicBezTo>
                      <a:cubicBezTo>
                        <a:pt x="1" y="1260"/>
                        <a:pt x="371" y="1623"/>
                        <a:pt x="829" y="1623"/>
                      </a:cubicBezTo>
                      <a:cubicBezTo>
                        <a:pt x="1287" y="1623"/>
                        <a:pt x="1659" y="1260"/>
                        <a:pt x="1659" y="812"/>
                      </a:cubicBezTo>
                      <a:cubicBezTo>
                        <a:pt x="1659"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3" name="Google Shape;263;p29"/>
                <p:cNvSpPr/>
                <p:nvPr/>
              </p:nvSpPr>
              <p:spPr>
                <a:xfrm>
                  <a:off x="-2939225" y="1435375"/>
                  <a:ext cx="41475" cy="40600"/>
                </a:xfrm>
                <a:custGeom>
                  <a:avLst/>
                  <a:gdLst/>
                  <a:ahLst/>
                  <a:cxnLst/>
                  <a:rect l="l" t="t" r="r" b="b"/>
                  <a:pathLst>
                    <a:path w="1659" h="1624" extrusionOk="0">
                      <a:moveTo>
                        <a:pt x="830" y="1"/>
                      </a:moveTo>
                      <a:cubicBezTo>
                        <a:pt x="373" y="1"/>
                        <a:pt x="1" y="364"/>
                        <a:pt x="1" y="812"/>
                      </a:cubicBezTo>
                      <a:cubicBezTo>
                        <a:pt x="1" y="1260"/>
                        <a:pt x="373" y="1623"/>
                        <a:pt x="830" y="1623"/>
                      </a:cubicBezTo>
                      <a:cubicBezTo>
                        <a:pt x="1288" y="1623"/>
                        <a:pt x="1659" y="1260"/>
                        <a:pt x="1659" y="812"/>
                      </a:cubicBezTo>
                      <a:cubicBezTo>
                        <a:pt x="1659"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4" name="Google Shape;264;p29"/>
                <p:cNvSpPr/>
                <p:nvPr/>
              </p:nvSpPr>
              <p:spPr>
                <a:xfrm>
                  <a:off x="-2858075" y="1435375"/>
                  <a:ext cx="41425" cy="40600"/>
                </a:xfrm>
                <a:custGeom>
                  <a:avLst/>
                  <a:gdLst/>
                  <a:ahLst/>
                  <a:cxnLst/>
                  <a:rect l="l" t="t" r="r" b="b"/>
                  <a:pathLst>
                    <a:path w="1657" h="1624" extrusionOk="0">
                      <a:moveTo>
                        <a:pt x="828" y="1"/>
                      </a:moveTo>
                      <a:cubicBezTo>
                        <a:pt x="371" y="1"/>
                        <a:pt x="0" y="364"/>
                        <a:pt x="0" y="812"/>
                      </a:cubicBezTo>
                      <a:cubicBezTo>
                        <a:pt x="0" y="1260"/>
                        <a:pt x="371" y="1623"/>
                        <a:pt x="828" y="1623"/>
                      </a:cubicBezTo>
                      <a:cubicBezTo>
                        <a:pt x="1286" y="1623"/>
                        <a:pt x="1657" y="1260"/>
                        <a:pt x="1657" y="812"/>
                      </a:cubicBezTo>
                      <a:cubicBezTo>
                        <a:pt x="1657" y="364"/>
                        <a:pt x="1286" y="1"/>
                        <a:pt x="828"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5" name="Google Shape;265;p29"/>
                <p:cNvSpPr/>
                <p:nvPr/>
              </p:nvSpPr>
              <p:spPr>
                <a:xfrm>
                  <a:off x="-3912550" y="1564475"/>
                  <a:ext cx="41450" cy="40575"/>
                </a:xfrm>
                <a:custGeom>
                  <a:avLst/>
                  <a:gdLst/>
                  <a:ahLst/>
                  <a:cxnLst/>
                  <a:rect l="l" t="t" r="r" b="b"/>
                  <a:pathLst>
                    <a:path w="1658" h="1623" extrusionOk="0">
                      <a:moveTo>
                        <a:pt x="829" y="0"/>
                      </a:moveTo>
                      <a:cubicBezTo>
                        <a:pt x="372" y="0"/>
                        <a:pt x="1" y="363"/>
                        <a:pt x="1" y="811"/>
                      </a:cubicBezTo>
                      <a:cubicBezTo>
                        <a:pt x="1" y="1259"/>
                        <a:pt x="372" y="1623"/>
                        <a:pt x="829" y="1623"/>
                      </a:cubicBezTo>
                      <a:cubicBezTo>
                        <a:pt x="1287" y="1623"/>
                        <a:pt x="1658" y="1259"/>
                        <a:pt x="1658" y="811"/>
                      </a:cubicBezTo>
                      <a:cubicBezTo>
                        <a:pt x="1658"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6" name="Google Shape;266;p29"/>
                <p:cNvSpPr/>
                <p:nvPr/>
              </p:nvSpPr>
              <p:spPr>
                <a:xfrm>
                  <a:off x="-3831450" y="1564475"/>
                  <a:ext cx="41475" cy="40575"/>
                </a:xfrm>
                <a:custGeom>
                  <a:avLst/>
                  <a:gdLst/>
                  <a:ahLst/>
                  <a:cxnLst/>
                  <a:rect l="l" t="t" r="r" b="b"/>
                  <a:pathLst>
                    <a:path w="1659" h="1623" extrusionOk="0">
                      <a:moveTo>
                        <a:pt x="829" y="0"/>
                      </a:moveTo>
                      <a:cubicBezTo>
                        <a:pt x="372" y="0"/>
                        <a:pt x="1" y="363"/>
                        <a:pt x="1" y="811"/>
                      </a:cubicBezTo>
                      <a:cubicBezTo>
                        <a:pt x="1" y="1259"/>
                        <a:pt x="372" y="1623"/>
                        <a:pt x="829" y="1623"/>
                      </a:cubicBezTo>
                      <a:cubicBezTo>
                        <a:pt x="1287" y="1623"/>
                        <a:pt x="1659" y="1259"/>
                        <a:pt x="1659" y="811"/>
                      </a:cubicBezTo>
                      <a:cubicBezTo>
                        <a:pt x="1659"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7" name="Google Shape;267;p29"/>
                <p:cNvSpPr/>
                <p:nvPr/>
              </p:nvSpPr>
              <p:spPr>
                <a:xfrm>
                  <a:off x="-3750350" y="1564475"/>
                  <a:ext cx="41475" cy="40575"/>
                </a:xfrm>
                <a:custGeom>
                  <a:avLst/>
                  <a:gdLst/>
                  <a:ahLst/>
                  <a:cxnLst/>
                  <a:rect l="l" t="t" r="r" b="b"/>
                  <a:pathLst>
                    <a:path w="1659" h="1623" extrusionOk="0">
                      <a:moveTo>
                        <a:pt x="830" y="0"/>
                      </a:moveTo>
                      <a:cubicBezTo>
                        <a:pt x="373" y="0"/>
                        <a:pt x="1" y="363"/>
                        <a:pt x="1" y="811"/>
                      </a:cubicBezTo>
                      <a:cubicBezTo>
                        <a:pt x="1" y="1259"/>
                        <a:pt x="373" y="1623"/>
                        <a:pt x="830" y="1623"/>
                      </a:cubicBezTo>
                      <a:cubicBezTo>
                        <a:pt x="1288" y="1623"/>
                        <a:pt x="1659" y="1259"/>
                        <a:pt x="1659" y="811"/>
                      </a:cubicBezTo>
                      <a:cubicBezTo>
                        <a:pt x="1659"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8" name="Google Shape;268;p29"/>
                <p:cNvSpPr/>
                <p:nvPr/>
              </p:nvSpPr>
              <p:spPr>
                <a:xfrm>
                  <a:off x="-3669200" y="1564475"/>
                  <a:ext cx="41425" cy="40575"/>
                </a:xfrm>
                <a:custGeom>
                  <a:avLst/>
                  <a:gdLst/>
                  <a:ahLst/>
                  <a:cxnLst/>
                  <a:rect l="l" t="t" r="r" b="b"/>
                  <a:pathLst>
                    <a:path w="1657" h="1623" extrusionOk="0">
                      <a:moveTo>
                        <a:pt x="828" y="0"/>
                      </a:moveTo>
                      <a:cubicBezTo>
                        <a:pt x="371" y="0"/>
                        <a:pt x="0" y="363"/>
                        <a:pt x="0" y="811"/>
                      </a:cubicBezTo>
                      <a:cubicBezTo>
                        <a:pt x="0" y="1259"/>
                        <a:pt x="371" y="1623"/>
                        <a:pt x="828" y="1623"/>
                      </a:cubicBezTo>
                      <a:cubicBezTo>
                        <a:pt x="1286" y="1623"/>
                        <a:pt x="1657" y="1259"/>
                        <a:pt x="1657" y="811"/>
                      </a:cubicBezTo>
                      <a:cubicBezTo>
                        <a:pt x="1657" y="363"/>
                        <a:pt x="1286" y="0"/>
                        <a:pt x="828"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9" name="Google Shape;269;p29"/>
                <p:cNvSpPr/>
                <p:nvPr/>
              </p:nvSpPr>
              <p:spPr>
                <a:xfrm>
                  <a:off x="-3588100" y="1564475"/>
                  <a:ext cx="41450" cy="40575"/>
                </a:xfrm>
                <a:custGeom>
                  <a:avLst/>
                  <a:gdLst/>
                  <a:ahLst/>
                  <a:cxnLst/>
                  <a:rect l="l" t="t" r="r" b="b"/>
                  <a:pathLst>
                    <a:path w="1658" h="1623" extrusionOk="0">
                      <a:moveTo>
                        <a:pt x="828" y="0"/>
                      </a:moveTo>
                      <a:cubicBezTo>
                        <a:pt x="372" y="0"/>
                        <a:pt x="0" y="363"/>
                        <a:pt x="0" y="811"/>
                      </a:cubicBezTo>
                      <a:cubicBezTo>
                        <a:pt x="0" y="1259"/>
                        <a:pt x="372" y="1623"/>
                        <a:pt x="828" y="1623"/>
                      </a:cubicBezTo>
                      <a:cubicBezTo>
                        <a:pt x="1286" y="1623"/>
                        <a:pt x="1658" y="1259"/>
                        <a:pt x="1658" y="811"/>
                      </a:cubicBezTo>
                      <a:cubicBezTo>
                        <a:pt x="1658" y="363"/>
                        <a:pt x="1286" y="0"/>
                        <a:pt x="828"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0" name="Google Shape;270;p29"/>
                <p:cNvSpPr/>
                <p:nvPr/>
              </p:nvSpPr>
              <p:spPr>
                <a:xfrm>
                  <a:off x="-3506975" y="1564475"/>
                  <a:ext cx="41425" cy="40575"/>
                </a:xfrm>
                <a:custGeom>
                  <a:avLst/>
                  <a:gdLst/>
                  <a:ahLst/>
                  <a:cxnLst/>
                  <a:rect l="l" t="t" r="r" b="b"/>
                  <a:pathLst>
                    <a:path w="1657" h="1623" extrusionOk="0">
                      <a:moveTo>
                        <a:pt x="829" y="0"/>
                      </a:moveTo>
                      <a:cubicBezTo>
                        <a:pt x="371" y="0"/>
                        <a:pt x="0" y="363"/>
                        <a:pt x="0" y="811"/>
                      </a:cubicBezTo>
                      <a:cubicBezTo>
                        <a:pt x="0" y="1259"/>
                        <a:pt x="371" y="1623"/>
                        <a:pt x="829" y="1623"/>
                      </a:cubicBezTo>
                      <a:cubicBezTo>
                        <a:pt x="1286" y="1623"/>
                        <a:pt x="1657" y="1259"/>
                        <a:pt x="1657" y="811"/>
                      </a:cubicBezTo>
                      <a:cubicBezTo>
                        <a:pt x="1657" y="363"/>
                        <a:pt x="1286"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1" name="Google Shape;271;p29"/>
                <p:cNvSpPr/>
                <p:nvPr/>
              </p:nvSpPr>
              <p:spPr>
                <a:xfrm>
                  <a:off x="-3425875" y="1564475"/>
                  <a:ext cx="41475" cy="40575"/>
                </a:xfrm>
                <a:custGeom>
                  <a:avLst/>
                  <a:gdLst/>
                  <a:ahLst/>
                  <a:cxnLst/>
                  <a:rect l="l" t="t" r="r" b="b"/>
                  <a:pathLst>
                    <a:path w="1659" h="1623" extrusionOk="0">
                      <a:moveTo>
                        <a:pt x="829" y="0"/>
                      </a:moveTo>
                      <a:cubicBezTo>
                        <a:pt x="371" y="0"/>
                        <a:pt x="0" y="363"/>
                        <a:pt x="0" y="811"/>
                      </a:cubicBezTo>
                      <a:cubicBezTo>
                        <a:pt x="0" y="1259"/>
                        <a:pt x="371" y="1623"/>
                        <a:pt x="829" y="1623"/>
                      </a:cubicBezTo>
                      <a:cubicBezTo>
                        <a:pt x="1286" y="1623"/>
                        <a:pt x="1658" y="1259"/>
                        <a:pt x="1658" y="811"/>
                      </a:cubicBezTo>
                      <a:cubicBezTo>
                        <a:pt x="1658" y="363"/>
                        <a:pt x="1286"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2" name="Google Shape;272;p29"/>
                <p:cNvSpPr/>
                <p:nvPr/>
              </p:nvSpPr>
              <p:spPr>
                <a:xfrm>
                  <a:off x="-3344775" y="1564475"/>
                  <a:ext cx="41475" cy="40575"/>
                </a:xfrm>
                <a:custGeom>
                  <a:avLst/>
                  <a:gdLst/>
                  <a:ahLst/>
                  <a:cxnLst/>
                  <a:rect l="l" t="t" r="r" b="b"/>
                  <a:pathLst>
                    <a:path w="1659" h="1623" extrusionOk="0">
                      <a:moveTo>
                        <a:pt x="830" y="0"/>
                      </a:moveTo>
                      <a:cubicBezTo>
                        <a:pt x="372" y="0"/>
                        <a:pt x="0" y="363"/>
                        <a:pt x="0" y="811"/>
                      </a:cubicBezTo>
                      <a:cubicBezTo>
                        <a:pt x="0" y="1259"/>
                        <a:pt x="372" y="1623"/>
                        <a:pt x="830" y="1623"/>
                      </a:cubicBezTo>
                      <a:cubicBezTo>
                        <a:pt x="1288" y="1623"/>
                        <a:pt x="1658" y="1259"/>
                        <a:pt x="1658" y="811"/>
                      </a:cubicBezTo>
                      <a:cubicBezTo>
                        <a:pt x="1658"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3" name="Google Shape;273;p29"/>
                <p:cNvSpPr/>
                <p:nvPr/>
              </p:nvSpPr>
              <p:spPr>
                <a:xfrm>
                  <a:off x="-3263650"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4" name="Google Shape;274;p29"/>
                <p:cNvSpPr/>
                <p:nvPr/>
              </p:nvSpPr>
              <p:spPr>
                <a:xfrm>
                  <a:off x="-3182550" y="1564475"/>
                  <a:ext cx="41475" cy="40575"/>
                </a:xfrm>
                <a:custGeom>
                  <a:avLst/>
                  <a:gdLst/>
                  <a:ahLst/>
                  <a:cxnLst/>
                  <a:rect l="l" t="t" r="r" b="b"/>
                  <a:pathLst>
                    <a:path w="1659" h="1623" extrusionOk="0">
                      <a:moveTo>
                        <a:pt x="829" y="0"/>
                      </a:moveTo>
                      <a:cubicBezTo>
                        <a:pt x="372" y="0"/>
                        <a:pt x="1" y="363"/>
                        <a:pt x="1" y="811"/>
                      </a:cubicBezTo>
                      <a:cubicBezTo>
                        <a:pt x="1" y="1259"/>
                        <a:pt x="371" y="1623"/>
                        <a:pt x="829" y="1623"/>
                      </a:cubicBezTo>
                      <a:cubicBezTo>
                        <a:pt x="1287" y="1623"/>
                        <a:pt x="1658" y="1259"/>
                        <a:pt x="1658" y="811"/>
                      </a:cubicBezTo>
                      <a:cubicBezTo>
                        <a:pt x="1658"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5" name="Google Shape;275;p29"/>
                <p:cNvSpPr/>
                <p:nvPr/>
              </p:nvSpPr>
              <p:spPr>
                <a:xfrm>
                  <a:off x="-3101425"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6" name="Google Shape;276;p29"/>
                <p:cNvSpPr/>
                <p:nvPr/>
              </p:nvSpPr>
              <p:spPr>
                <a:xfrm>
                  <a:off x="-3020325" y="1564475"/>
                  <a:ext cx="41475" cy="40575"/>
                </a:xfrm>
                <a:custGeom>
                  <a:avLst/>
                  <a:gdLst/>
                  <a:ahLst/>
                  <a:cxnLst/>
                  <a:rect l="l" t="t" r="r" b="b"/>
                  <a:pathLst>
                    <a:path w="1659" h="1623" extrusionOk="0">
                      <a:moveTo>
                        <a:pt x="829" y="0"/>
                      </a:moveTo>
                      <a:cubicBezTo>
                        <a:pt x="371" y="0"/>
                        <a:pt x="1" y="363"/>
                        <a:pt x="1" y="811"/>
                      </a:cubicBezTo>
                      <a:cubicBezTo>
                        <a:pt x="1" y="1259"/>
                        <a:pt x="371" y="1623"/>
                        <a:pt x="829" y="1623"/>
                      </a:cubicBezTo>
                      <a:cubicBezTo>
                        <a:pt x="1287" y="1623"/>
                        <a:pt x="1659" y="1259"/>
                        <a:pt x="1659" y="811"/>
                      </a:cubicBezTo>
                      <a:cubicBezTo>
                        <a:pt x="1659"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7" name="Google Shape;277;p29"/>
                <p:cNvSpPr/>
                <p:nvPr/>
              </p:nvSpPr>
              <p:spPr>
                <a:xfrm>
                  <a:off x="-2939225" y="1564475"/>
                  <a:ext cx="41475" cy="40575"/>
                </a:xfrm>
                <a:custGeom>
                  <a:avLst/>
                  <a:gdLst/>
                  <a:ahLst/>
                  <a:cxnLst/>
                  <a:rect l="l" t="t" r="r" b="b"/>
                  <a:pathLst>
                    <a:path w="1659" h="1623" extrusionOk="0">
                      <a:moveTo>
                        <a:pt x="830" y="0"/>
                      </a:moveTo>
                      <a:cubicBezTo>
                        <a:pt x="373" y="0"/>
                        <a:pt x="1" y="363"/>
                        <a:pt x="1" y="811"/>
                      </a:cubicBezTo>
                      <a:cubicBezTo>
                        <a:pt x="1" y="1259"/>
                        <a:pt x="373" y="1623"/>
                        <a:pt x="830" y="1623"/>
                      </a:cubicBezTo>
                      <a:cubicBezTo>
                        <a:pt x="1288" y="1623"/>
                        <a:pt x="1659" y="1259"/>
                        <a:pt x="1659" y="811"/>
                      </a:cubicBezTo>
                      <a:cubicBezTo>
                        <a:pt x="1659"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8" name="Google Shape;278;p29"/>
                <p:cNvSpPr/>
                <p:nvPr/>
              </p:nvSpPr>
              <p:spPr>
                <a:xfrm>
                  <a:off x="-2858075" y="1564475"/>
                  <a:ext cx="41425" cy="40575"/>
                </a:xfrm>
                <a:custGeom>
                  <a:avLst/>
                  <a:gdLst/>
                  <a:ahLst/>
                  <a:cxnLst/>
                  <a:rect l="l" t="t" r="r" b="b"/>
                  <a:pathLst>
                    <a:path w="1657" h="1623" extrusionOk="0">
                      <a:moveTo>
                        <a:pt x="828" y="0"/>
                      </a:moveTo>
                      <a:cubicBezTo>
                        <a:pt x="371" y="0"/>
                        <a:pt x="0" y="363"/>
                        <a:pt x="0" y="811"/>
                      </a:cubicBezTo>
                      <a:cubicBezTo>
                        <a:pt x="0" y="1259"/>
                        <a:pt x="371" y="1623"/>
                        <a:pt x="828" y="1623"/>
                      </a:cubicBezTo>
                      <a:cubicBezTo>
                        <a:pt x="1286" y="1623"/>
                        <a:pt x="1657" y="1259"/>
                        <a:pt x="1657" y="811"/>
                      </a:cubicBezTo>
                      <a:cubicBezTo>
                        <a:pt x="1657" y="363"/>
                        <a:pt x="1286" y="0"/>
                        <a:pt x="828"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9" name="Google Shape;279;p29"/>
                <p:cNvSpPr/>
                <p:nvPr/>
              </p:nvSpPr>
              <p:spPr>
                <a:xfrm>
                  <a:off x="-4697500" y="656950"/>
                  <a:ext cx="731850" cy="698700"/>
                </a:xfrm>
                <a:custGeom>
                  <a:avLst/>
                  <a:gdLst/>
                  <a:ahLst/>
                  <a:cxnLst/>
                  <a:rect l="l" t="t" r="r" b="b"/>
                  <a:pathLst>
                    <a:path w="29274" h="27948" extrusionOk="0">
                      <a:moveTo>
                        <a:pt x="14637" y="4085"/>
                      </a:moveTo>
                      <a:cubicBezTo>
                        <a:pt x="20406" y="4085"/>
                        <a:pt x="25101" y="8682"/>
                        <a:pt x="25101" y="14331"/>
                      </a:cubicBezTo>
                      <a:lnTo>
                        <a:pt x="25101" y="23863"/>
                      </a:lnTo>
                      <a:lnTo>
                        <a:pt x="4172" y="23863"/>
                      </a:lnTo>
                      <a:lnTo>
                        <a:pt x="4172" y="14331"/>
                      </a:lnTo>
                      <a:cubicBezTo>
                        <a:pt x="4172" y="8680"/>
                        <a:pt x="8865" y="4085"/>
                        <a:pt x="14637" y="4085"/>
                      </a:cubicBezTo>
                      <a:close/>
                      <a:moveTo>
                        <a:pt x="14637" y="1"/>
                      </a:moveTo>
                      <a:cubicBezTo>
                        <a:pt x="6566" y="1"/>
                        <a:pt x="0" y="6429"/>
                        <a:pt x="0" y="14331"/>
                      </a:cubicBezTo>
                      <a:lnTo>
                        <a:pt x="0" y="25904"/>
                      </a:lnTo>
                      <a:cubicBezTo>
                        <a:pt x="0" y="27033"/>
                        <a:pt x="934" y="27947"/>
                        <a:pt x="2086" y="27947"/>
                      </a:cubicBezTo>
                      <a:lnTo>
                        <a:pt x="27186" y="27947"/>
                      </a:lnTo>
                      <a:cubicBezTo>
                        <a:pt x="28339" y="27947"/>
                        <a:pt x="29273" y="27033"/>
                        <a:pt x="29274" y="25906"/>
                      </a:cubicBezTo>
                      <a:lnTo>
                        <a:pt x="29274" y="14331"/>
                      </a:lnTo>
                      <a:cubicBezTo>
                        <a:pt x="29274" y="6429"/>
                        <a:pt x="22707" y="1"/>
                        <a:pt x="146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80" name="Google Shape;280;p29"/>
                <p:cNvSpPr/>
                <p:nvPr/>
              </p:nvSpPr>
              <p:spPr>
                <a:xfrm>
                  <a:off x="-4704000" y="650450"/>
                  <a:ext cx="744825" cy="711700"/>
                </a:xfrm>
                <a:custGeom>
                  <a:avLst/>
                  <a:gdLst/>
                  <a:ahLst/>
                  <a:cxnLst/>
                  <a:rect l="l" t="t" r="r" b="b"/>
                  <a:pathLst>
                    <a:path w="29793" h="28468" extrusionOk="0">
                      <a:moveTo>
                        <a:pt x="14897" y="4605"/>
                      </a:moveTo>
                      <a:cubicBezTo>
                        <a:pt x="20522" y="4605"/>
                        <a:pt x="25101" y="9085"/>
                        <a:pt x="25101" y="14591"/>
                      </a:cubicBezTo>
                      <a:lnTo>
                        <a:pt x="25101" y="23864"/>
                      </a:lnTo>
                      <a:lnTo>
                        <a:pt x="4692" y="23864"/>
                      </a:lnTo>
                      <a:lnTo>
                        <a:pt x="4692" y="14591"/>
                      </a:lnTo>
                      <a:cubicBezTo>
                        <a:pt x="4692" y="9085"/>
                        <a:pt x="9269" y="4605"/>
                        <a:pt x="14897" y="4605"/>
                      </a:cubicBezTo>
                      <a:close/>
                      <a:moveTo>
                        <a:pt x="14897" y="4085"/>
                      </a:moveTo>
                      <a:cubicBezTo>
                        <a:pt x="8982" y="4085"/>
                        <a:pt x="4172" y="8798"/>
                        <a:pt x="4172" y="14591"/>
                      </a:cubicBezTo>
                      <a:lnTo>
                        <a:pt x="4172" y="24124"/>
                      </a:lnTo>
                      <a:cubicBezTo>
                        <a:pt x="4172" y="24267"/>
                        <a:pt x="4288" y="24384"/>
                        <a:pt x="4432" y="24384"/>
                      </a:cubicBezTo>
                      <a:lnTo>
                        <a:pt x="25361" y="24384"/>
                      </a:lnTo>
                      <a:cubicBezTo>
                        <a:pt x="25504" y="24384"/>
                        <a:pt x="25621" y="24267"/>
                        <a:pt x="25621" y="24124"/>
                      </a:cubicBezTo>
                      <a:lnTo>
                        <a:pt x="25621" y="14591"/>
                      </a:lnTo>
                      <a:cubicBezTo>
                        <a:pt x="25621" y="8798"/>
                        <a:pt x="20809" y="4085"/>
                        <a:pt x="14897" y="4085"/>
                      </a:cubicBezTo>
                      <a:close/>
                      <a:moveTo>
                        <a:pt x="14897" y="521"/>
                      </a:moveTo>
                      <a:cubicBezTo>
                        <a:pt x="22823" y="521"/>
                        <a:pt x="29272" y="6832"/>
                        <a:pt x="29272" y="14591"/>
                      </a:cubicBezTo>
                      <a:lnTo>
                        <a:pt x="29272" y="26164"/>
                      </a:lnTo>
                      <a:cubicBezTo>
                        <a:pt x="29272" y="27148"/>
                        <a:pt x="28454" y="27947"/>
                        <a:pt x="27446" y="27947"/>
                      </a:cubicBezTo>
                      <a:lnTo>
                        <a:pt x="2346" y="27947"/>
                      </a:lnTo>
                      <a:cubicBezTo>
                        <a:pt x="1339" y="27947"/>
                        <a:pt x="521" y="27148"/>
                        <a:pt x="521" y="26164"/>
                      </a:cubicBezTo>
                      <a:lnTo>
                        <a:pt x="521" y="14589"/>
                      </a:lnTo>
                      <a:cubicBezTo>
                        <a:pt x="521" y="6832"/>
                        <a:pt x="6969" y="521"/>
                        <a:pt x="14897" y="521"/>
                      </a:cubicBezTo>
                      <a:close/>
                      <a:moveTo>
                        <a:pt x="14897" y="0"/>
                      </a:moveTo>
                      <a:cubicBezTo>
                        <a:pt x="6682" y="0"/>
                        <a:pt x="0" y="6545"/>
                        <a:pt x="0" y="14591"/>
                      </a:cubicBezTo>
                      <a:lnTo>
                        <a:pt x="0" y="26164"/>
                      </a:lnTo>
                      <a:cubicBezTo>
                        <a:pt x="0" y="27435"/>
                        <a:pt x="1052" y="28467"/>
                        <a:pt x="2346" y="28467"/>
                      </a:cubicBezTo>
                      <a:lnTo>
                        <a:pt x="27446" y="28467"/>
                      </a:lnTo>
                      <a:cubicBezTo>
                        <a:pt x="28741" y="28467"/>
                        <a:pt x="29793" y="27435"/>
                        <a:pt x="29793" y="26166"/>
                      </a:cubicBezTo>
                      <a:lnTo>
                        <a:pt x="29793" y="14591"/>
                      </a:lnTo>
                      <a:cubicBezTo>
                        <a:pt x="29793" y="6545"/>
                        <a:pt x="23110" y="0"/>
                        <a:pt x="1489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81" name="Google Shape;281;p29"/>
                <p:cNvSpPr/>
                <p:nvPr/>
              </p:nvSpPr>
              <p:spPr>
                <a:xfrm>
                  <a:off x="-4736275" y="1216150"/>
                  <a:ext cx="798975" cy="660900"/>
                </a:xfrm>
                <a:custGeom>
                  <a:avLst/>
                  <a:gdLst/>
                  <a:ahLst/>
                  <a:cxnLst/>
                  <a:rect l="l" t="t" r="r" b="b"/>
                  <a:pathLst>
                    <a:path w="31959" h="26436" extrusionOk="0">
                      <a:moveTo>
                        <a:pt x="0" y="0"/>
                      </a:moveTo>
                      <a:lnTo>
                        <a:pt x="0" y="26436"/>
                      </a:lnTo>
                      <a:lnTo>
                        <a:pt x="31958" y="26436"/>
                      </a:lnTo>
                      <a:lnTo>
                        <a:pt x="31958"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82" name="Google Shape;282;p29"/>
                <p:cNvSpPr/>
                <p:nvPr/>
              </p:nvSpPr>
              <p:spPr>
                <a:xfrm>
                  <a:off x="-4742800" y="1209650"/>
                  <a:ext cx="812000" cy="673900"/>
                </a:xfrm>
                <a:custGeom>
                  <a:avLst/>
                  <a:gdLst/>
                  <a:ahLst/>
                  <a:cxnLst/>
                  <a:rect l="l" t="t" r="r" b="b"/>
                  <a:pathLst>
                    <a:path w="32480" h="26956" extrusionOk="0">
                      <a:moveTo>
                        <a:pt x="31960" y="521"/>
                      </a:moveTo>
                      <a:lnTo>
                        <a:pt x="31960" y="26435"/>
                      </a:lnTo>
                      <a:lnTo>
                        <a:pt x="522" y="26435"/>
                      </a:lnTo>
                      <a:lnTo>
                        <a:pt x="522" y="521"/>
                      </a:lnTo>
                      <a:close/>
                      <a:moveTo>
                        <a:pt x="260" y="0"/>
                      </a:moveTo>
                      <a:cubicBezTo>
                        <a:pt x="117" y="0"/>
                        <a:pt x="1" y="117"/>
                        <a:pt x="2" y="260"/>
                      </a:cubicBezTo>
                      <a:lnTo>
                        <a:pt x="2" y="26696"/>
                      </a:lnTo>
                      <a:cubicBezTo>
                        <a:pt x="1" y="26840"/>
                        <a:pt x="118" y="26956"/>
                        <a:pt x="262" y="26956"/>
                      </a:cubicBezTo>
                      <a:lnTo>
                        <a:pt x="32219" y="26956"/>
                      </a:lnTo>
                      <a:cubicBezTo>
                        <a:pt x="32363" y="26956"/>
                        <a:pt x="32480" y="26840"/>
                        <a:pt x="32480" y="26696"/>
                      </a:cubicBezTo>
                      <a:lnTo>
                        <a:pt x="32480" y="260"/>
                      </a:lnTo>
                      <a:cubicBezTo>
                        <a:pt x="32480" y="117"/>
                        <a:pt x="32365" y="0"/>
                        <a:pt x="32221" y="0"/>
                      </a:cubicBezTo>
                      <a:cubicBezTo>
                        <a:pt x="32221" y="0"/>
                        <a:pt x="32220" y="0"/>
                        <a:pt x="32219" y="0"/>
                      </a:cubicBezTo>
                      <a:lnTo>
                        <a:pt x="262" y="0"/>
                      </a:lnTo>
                      <a:cubicBezTo>
                        <a:pt x="262" y="0"/>
                        <a:pt x="261" y="0"/>
                        <a:pt x="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83" name="Google Shape;283;p29"/>
                <p:cNvSpPr/>
                <p:nvPr/>
              </p:nvSpPr>
              <p:spPr>
                <a:xfrm>
                  <a:off x="-4427675" y="1405450"/>
                  <a:ext cx="173950" cy="310225"/>
                </a:xfrm>
                <a:custGeom>
                  <a:avLst/>
                  <a:gdLst/>
                  <a:ahLst/>
                  <a:cxnLst/>
                  <a:rect l="l" t="t" r="r" b="b"/>
                  <a:pathLst>
                    <a:path w="6958" h="12409" extrusionOk="0">
                      <a:moveTo>
                        <a:pt x="3479" y="0"/>
                      </a:moveTo>
                      <a:cubicBezTo>
                        <a:pt x="1557" y="0"/>
                        <a:pt x="0" y="1525"/>
                        <a:pt x="0" y="3406"/>
                      </a:cubicBezTo>
                      <a:cubicBezTo>
                        <a:pt x="0" y="4702"/>
                        <a:pt x="739" y="5828"/>
                        <a:pt x="1826" y="6403"/>
                      </a:cubicBezTo>
                      <a:lnTo>
                        <a:pt x="1242" y="12408"/>
                      </a:lnTo>
                      <a:lnTo>
                        <a:pt x="5717" y="12408"/>
                      </a:lnTo>
                      <a:lnTo>
                        <a:pt x="5132" y="6403"/>
                      </a:lnTo>
                      <a:cubicBezTo>
                        <a:pt x="6219" y="5828"/>
                        <a:pt x="6958" y="4702"/>
                        <a:pt x="6958" y="3406"/>
                      </a:cubicBezTo>
                      <a:cubicBezTo>
                        <a:pt x="6958" y="1525"/>
                        <a:pt x="5401" y="0"/>
                        <a:pt x="347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84" name="Google Shape;284;p29"/>
                <p:cNvSpPr/>
                <p:nvPr/>
              </p:nvSpPr>
              <p:spPr>
                <a:xfrm>
                  <a:off x="-4434200" y="1398925"/>
                  <a:ext cx="187000" cy="323250"/>
                </a:xfrm>
                <a:custGeom>
                  <a:avLst/>
                  <a:gdLst/>
                  <a:ahLst/>
                  <a:cxnLst/>
                  <a:rect l="l" t="t" r="r" b="b"/>
                  <a:pathLst>
                    <a:path w="7480" h="12930" extrusionOk="0">
                      <a:moveTo>
                        <a:pt x="3740" y="522"/>
                      </a:moveTo>
                      <a:cubicBezTo>
                        <a:pt x="5515" y="522"/>
                        <a:pt x="6960" y="1932"/>
                        <a:pt x="6960" y="3666"/>
                      </a:cubicBezTo>
                      <a:cubicBezTo>
                        <a:pt x="6960" y="4823"/>
                        <a:pt x="6312" y="5883"/>
                        <a:pt x="5271" y="6434"/>
                      </a:cubicBezTo>
                      <a:cubicBezTo>
                        <a:pt x="5177" y="6484"/>
                        <a:pt x="5123" y="6585"/>
                        <a:pt x="5134" y="6690"/>
                      </a:cubicBezTo>
                      <a:lnTo>
                        <a:pt x="5691" y="12409"/>
                      </a:lnTo>
                      <a:lnTo>
                        <a:pt x="1792" y="12409"/>
                      </a:lnTo>
                      <a:lnTo>
                        <a:pt x="2347" y="6690"/>
                      </a:lnTo>
                      <a:cubicBezTo>
                        <a:pt x="2357" y="6585"/>
                        <a:pt x="2303" y="6484"/>
                        <a:pt x="2209" y="6434"/>
                      </a:cubicBezTo>
                      <a:cubicBezTo>
                        <a:pt x="1168" y="5883"/>
                        <a:pt x="521" y="4823"/>
                        <a:pt x="521" y="3666"/>
                      </a:cubicBezTo>
                      <a:cubicBezTo>
                        <a:pt x="521" y="1932"/>
                        <a:pt x="1965" y="522"/>
                        <a:pt x="3740" y="522"/>
                      </a:cubicBezTo>
                      <a:close/>
                      <a:moveTo>
                        <a:pt x="3740" y="1"/>
                      </a:moveTo>
                      <a:cubicBezTo>
                        <a:pt x="1678" y="1"/>
                        <a:pt x="1" y="1645"/>
                        <a:pt x="1" y="3667"/>
                      </a:cubicBezTo>
                      <a:cubicBezTo>
                        <a:pt x="1" y="4958"/>
                        <a:pt x="691" y="6147"/>
                        <a:pt x="1812" y="6809"/>
                      </a:cubicBezTo>
                      <a:lnTo>
                        <a:pt x="1244" y="12644"/>
                      </a:lnTo>
                      <a:cubicBezTo>
                        <a:pt x="1230" y="12796"/>
                        <a:pt x="1350" y="12930"/>
                        <a:pt x="1503" y="12930"/>
                      </a:cubicBezTo>
                      <a:lnTo>
                        <a:pt x="5977" y="12930"/>
                      </a:lnTo>
                      <a:cubicBezTo>
                        <a:pt x="6130" y="12930"/>
                        <a:pt x="6250" y="12796"/>
                        <a:pt x="6236" y="12644"/>
                      </a:cubicBezTo>
                      <a:lnTo>
                        <a:pt x="5668" y="6809"/>
                      </a:lnTo>
                      <a:cubicBezTo>
                        <a:pt x="6789" y="6146"/>
                        <a:pt x="7479" y="4958"/>
                        <a:pt x="7479" y="3667"/>
                      </a:cubicBezTo>
                      <a:cubicBezTo>
                        <a:pt x="7479" y="1645"/>
                        <a:pt x="5801" y="1"/>
                        <a:pt x="374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grpSp>
          <p:nvGrpSpPr>
            <p:cNvPr id="285" name="Google Shape;285;p29"/>
            <p:cNvGrpSpPr/>
            <p:nvPr/>
          </p:nvGrpSpPr>
          <p:grpSpPr>
            <a:xfrm rot="10800000">
              <a:off x="3474186" y="4232201"/>
              <a:ext cx="183381" cy="1017092"/>
              <a:chOff x="-5634475" y="-504725"/>
              <a:chExt cx="188025" cy="1042850"/>
            </a:xfrm>
          </p:grpSpPr>
          <p:sp>
            <p:nvSpPr>
              <p:cNvPr id="286" name="Google Shape;286;p29"/>
              <p:cNvSpPr/>
              <p:nvPr/>
            </p:nvSpPr>
            <p:spPr>
              <a:xfrm>
                <a:off x="-5602700" y="-454250"/>
                <a:ext cx="156250" cy="992375"/>
              </a:xfrm>
              <a:custGeom>
                <a:avLst/>
                <a:gdLst/>
                <a:ahLst/>
                <a:cxnLst/>
                <a:rect l="l" t="t" r="r" b="b"/>
                <a:pathLst>
                  <a:path w="6250" h="39695" extrusionOk="0">
                    <a:moveTo>
                      <a:pt x="0" y="0"/>
                    </a:moveTo>
                    <a:lnTo>
                      <a:pt x="0" y="14432"/>
                    </a:lnTo>
                    <a:lnTo>
                      <a:pt x="5730" y="20160"/>
                    </a:lnTo>
                    <a:lnTo>
                      <a:pt x="5730" y="39695"/>
                    </a:lnTo>
                    <a:lnTo>
                      <a:pt x="6249" y="39695"/>
                    </a:lnTo>
                    <a:lnTo>
                      <a:pt x="6249" y="19945"/>
                    </a:lnTo>
                    <a:lnTo>
                      <a:pt x="521" y="14216"/>
                    </a:lnTo>
                    <a:lnTo>
                      <a:pt x="521"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87" name="Google Shape;287;p29"/>
              <p:cNvSpPr/>
              <p:nvPr/>
            </p:nvSpPr>
            <p:spPr>
              <a:xfrm>
                <a:off x="-5634475" y="-504725"/>
                <a:ext cx="74225" cy="71400"/>
              </a:xfrm>
              <a:custGeom>
                <a:avLst/>
                <a:gdLst/>
                <a:ahLst/>
                <a:cxnLst/>
                <a:rect l="l" t="t" r="r" b="b"/>
                <a:pathLst>
                  <a:path w="2969" h="2856" extrusionOk="0">
                    <a:moveTo>
                      <a:pt x="1540" y="521"/>
                    </a:moveTo>
                    <a:cubicBezTo>
                      <a:pt x="2041" y="523"/>
                      <a:pt x="2447" y="928"/>
                      <a:pt x="2448" y="1428"/>
                    </a:cubicBezTo>
                    <a:cubicBezTo>
                      <a:pt x="2448" y="1795"/>
                      <a:pt x="2226" y="2126"/>
                      <a:pt x="1887" y="2266"/>
                    </a:cubicBezTo>
                    <a:cubicBezTo>
                      <a:pt x="1775" y="2313"/>
                      <a:pt x="1657" y="2335"/>
                      <a:pt x="1540" y="2335"/>
                    </a:cubicBezTo>
                    <a:cubicBezTo>
                      <a:pt x="1304" y="2335"/>
                      <a:pt x="1073" y="2243"/>
                      <a:pt x="899" y="2070"/>
                    </a:cubicBezTo>
                    <a:cubicBezTo>
                      <a:pt x="640" y="1810"/>
                      <a:pt x="561" y="1420"/>
                      <a:pt x="702" y="1081"/>
                    </a:cubicBezTo>
                    <a:cubicBezTo>
                      <a:pt x="842" y="742"/>
                      <a:pt x="1173" y="521"/>
                      <a:pt x="1540" y="521"/>
                    </a:cubicBezTo>
                    <a:close/>
                    <a:moveTo>
                      <a:pt x="1540" y="0"/>
                    </a:moveTo>
                    <a:cubicBezTo>
                      <a:pt x="1169" y="0"/>
                      <a:pt x="804" y="146"/>
                      <a:pt x="531" y="418"/>
                    </a:cubicBezTo>
                    <a:cubicBezTo>
                      <a:pt x="122" y="826"/>
                      <a:pt x="1" y="1440"/>
                      <a:pt x="221" y="1974"/>
                    </a:cubicBezTo>
                    <a:cubicBezTo>
                      <a:pt x="442" y="2508"/>
                      <a:pt x="962" y="2856"/>
                      <a:pt x="1540" y="2856"/>
                    </a:cubicBezTo>
                    <a:cubicBezTo>
                      <a:pt x="2328" y="2855"/>
                      <a:pt x="2967" y="2217"/>
                      <a:pt x="2969" y="1428"/>
                    </a:cubicBezTo>
                    <a:cubicBezTo>
                      <a:pt x="2969" y="851"/>
                      <a:pt x="2620" y="330"/>
                      <a:pt x="2087" y="110"/>
                    </a:cubicBezTo>
                    <a:cubicBezTo>
                      <a:pt x="1910" y="36"/>
                      <a:pt x="1724" y="0"/>
                      <a:pt x="154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nvGrpSpPr>
            <p:cNvPr id="288" name="Google Shape;288;p29"/>
            <p:cNvGrpSpPr/>
            <p:nvPr/>
          </p:nvGrpSpPr>
          <p:grpSpPr>
            <a:xfrm rot="10800000">
              <a:off x="2618037" y="4358300"/>
              <a:ext cx="72367" cy="518274"/>
              <a:chOff x="-4201325" y="-449025"/>
              <a:chExt cx="74200" cy="531400"/>
            </a:xfrm>
          </p:grpSpPr>
          <p:sp>
            <p:nvSpPr>
              <p:cNvPr id="289" name="Google Shape;289;p29"/>
              <p:cNvSpPr/>
              <p:nvPr/>
            </p:nvSpPr>
            <p:spPr>
              <a:xfrm>
                <a:off x="-4170425" y="-413325"/>
                <a:ext cx="13050" cy="495700"/>
              </a:xfrm>
              <a:custGeom>
                <a:avLst/>
                <a:gdLst/>
                <a:ahLst/>
                <a:cxnLst/>
                <a:rect l="l" t="t" r="r" b="b"/>
                <a:pathLst>
                  <a:path w="522" h="19828" extrusionOk="0">
                    <a:moveTo>
                      <a:pt x="0" y="0"/>
                    </a:moveTo>
                    <a:lnTo>
                      <a:pt x="0" y="19828"/>
                    </a:lnTo>
                    <a:lnTo>
                      <a:pt x="521" y="19828"/>
                    </a:lnTo>
                    <a:lnTo>
                      <a:pt x="521"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90" name="Google Shape;290;p29"/>
              <p:cNvSpPr/>
              <p:nvPr/>
            </p:nvSpPr>
            <p:spPr>
              <a:xfrm>
                <a:off x="-4194325" y="-442500"/>
                <a:ext cx="60700" cy="58400"/>
              </a:xfrm>
              <a:custGeom>
                <a:avLst/>
                <a:gdLst/>
                <a:ahLst/>
                <a:cxnLst/>
                <a:rect l="l" t="t" r="r" b="b"/>
                <a:pathLst>
                  <a:path w="2428" h="2336" extrusionOk="0">
                    <a:moveTo>
                      <a:pt x="1260" y="0"/>
                    </a:moveTo>
                    <a:cubicBezTo>
                      <a:pt x="788" y="0"/>
                      <a:pt x="363" y="285"/>
                      <a:pt x="181" y="720"/>
                    </a:cubicBezTo>
                    <a:cubicBezTo>
                      <a:pt x="1" y="1156"/>
                      <a:pt x="101" y="1659"/>
                      <a:pt x="434" y="1993"/>
                    </a:cubicBezTo>
                    <a:cubicBezTo>
                      <a:pt x="658" y="2217"/>
                      <a:pt x="957" y="2335"/>
                      <a:pt x="1260" y="2335"/>
                    </a:cubicBezTo>
                    <a:cubicBezTo>
                      <a:pt x="1411" y="2335"/>
                      <a:pt x="1563" y="2306"/>
                      <a:pt x="1707" y="2246"/>
                    </a:cubicBezTo>
                    <a:cubicBezTo>
                      <a:pt x="2143" y="2066"/>
                      <a:pt x="2428" y="1640"/>
                      <a:pt x="2428" y="1167"/>
                    </a:cubicBezTo>
                    <a:cubicBezTo>
                      <a:pt x="2428" y="523"/>
                      <a:pt x="1906" y="0"/>
                      <a:pt x="1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91" name="Google Shape;291;p29"/>
              <p:cNvSpPr/>
              <p:nvPr/>
            </p:nvSpPr>
            <p:spPr>
              <a:xfrm>
                <a:off x="-4201325" y="-449025"/>
                <a:ext cx="74200" cy="71400"/>
              </a:xfrm>
              <a:custGeom>
                <a:avLst/>
                <a:gdLst/>
                <a:ahLst/>
                <a:cxnLst/>
                <a:rect l="l" t="t" r="r" b="b"/>
                <a:pathLst>
                  <a:path w="2968" h="2856" extrusionOk="0">
                    <a:moveTo>
                      <a:pt x="1540" y="521"/>
                    </a:moveTo>
                    <a:lnTo>
                      <a:pt x="1540" y="523"/>
                    </a:lnTo>
                    <a:cubicBezTo>
                      <a:pt x="2042" y="523"/>
                      <a:pt x="2447" y="928"/>
                      <a:pt x="2447" y="1428"/>
                    </a:cubicBezTo>
                    <a:cubicBezTo>
                      <a:pt x="2447" y="1795"/>
                      <a:pt x="2227" y="2126"/>
                      <a:pt x="1888" y="2266"/>
                    </a:cubicBezTo>
                    <a:cubicBezTo>
                      <a:pt x="1775" y="2313"/>
                      <a:pt x="1658" y="2335"/>
                      <a:pt x="1541" y="2335"/>
                    </a:cubicBezTo>
                    <a:cubicBezTo>
                      <a:pt x="1305" y="2335"/>
                      <a:pt x="1073" y="2243"/>
                      <a:pt x="898" y="2070"/>
                    </a:cubicBezTo>
                    <a:cubicBezTo>
                      <a:pt x="639" y="1811"/>
                      <a:pt x="562" y="1420"/>
                      <a:pt x="702" y="1081"/>
                    </a:cubicBezTo>
                    <a:cubicBezTo>
                      <a:pt x="843" y="743"/>
                      <a:pt x="1173" y="521"/>
                      <a:pt x="1540" y="521"/>
                    </a:cubicBezTo>
                    <a:close/>
                    <a:moveTo>
                      <a:pt x="1541" y="1"/>
                    </a:moveTo>
                    <a:cubicBezTo>
                      <a:pt x="1169" y="1"/>
                      <a:pt x="804" y="146"/>
                      <a:pt x="530" y="418"/>
                    </a:cubicBezTo>
                    <a:cubicBezTo>
                      <a:pt x="122" y="828"/>
                      <a:pt x="0" y="1442"/>
                      <a:pt x="222" y="1974"/>
                    </a:cubicBezTo>
                    <a:cubicBezTo>
                      <a:pt x="442" y="2508"/>
                      <a:pt x="963" y="2856"/>
                      <a:pt x="1540" y="2856"/>
                    </a:cubicBezTo>
                    <a:cubicBezTo>
                      <a:pt x="2329" y="2855"/>
                      <a:pt x="2967" y="2217"/>
                      <a:pt x="2968" y="1428"/>
                    </a:cubicBezTo>
                    <a:cubicBezTo>
                      <a:pt x="2968" y="851"/>
                      <a:pt x="2620" y="330"/>
                      <a:pt x="2088" y="110"/>
                    </a:cubicBezTo>
                    <a:cubicBezTo>
                      <a:pt x="1911" y="36"/>
                      <a:pt x="1725" y="1"/>
                      <a:pt x="154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sp>
        <p:nvSpPr>
          <p:cNvPr id="2" name="Title 1"/>
          <p:cNvSpPr>
            <a:spLocks noGrp="1"/>
          </p:cNvSpPr>
          <p:nvPr>
            <p:ph type="ctrTitle"/>
          </p:nvPr>
        </p:nvSpPr>
        <p:spPr>
          <a:xfrm>
            <a:off x="4026362" y="1833369"/>
            <a:ext cx="5294003" cy="2393900"/>
          </a:xfrm>
        </p:spPr>
        <p:txBody>
          <a:bodyPr/>
          <a:lstStyle/>
          <a:p>
            <a:r>
              <a:rPr lang="bg-BG" sz="3200" dirty="0" smtClean="0">
                <a:latin typeface="Times New Roman" panose="02020603050405020304" pitchFamily="18" charset="0"/>
                <a:cs typeface="Times New Roman" panose="02020603050405020304" pitchFamily="18" charset="0"/>
              </a:rPr>
              <a:t>Тема: Криптографско приложение за споделяне на тайни</a:t>
            </a:r>
            <a:br>
              <a:rPr lang="bg-BG" sz="3200" dirty="0" smtClean="0">
                <a:latin typeface="Times New Roman" panose="02020603050405020304" pitchFamily="18" charset="0"/>
                <a:cs typeface="Times New Roman" panose="02020603050405020304" pitchFamily="18" charset="0"/>
              </a:rPr>
            </a:br>
            <a:r>
              <a:rPr lang="bg-BG" sz="3200" dirty="0" smtClean="0">
                <a:latin typeface="Times New Roman" panose="02020603050405020304" pitchFamily="18" charset="0"/>
                <a:cs typeface="Times New Roman" panose="02020603050405020304" pitchFamily="18" charset="0"/>
              </a:rPr>
              <a:t>                 </a:t>
            </a:r>
            <a:r>
              <a:rPr lang="bg-BG" sz="2000" dirty="0" smtClean="0">
                <a:latin typeface="Times New Roman" panose="02020603050405020304" pitchFamily="18" charset="0"/>
                <a:cs typeface="Times New Roman" panose="02020603050405020304" pitchFamily="18" charset="0"/>
              </a:rPr>
              <a:t>Дипломант: Никола Пидов</a:t>
            </a:r>
            <a:endParaRPr lang="bg-BG"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2521777" y="35804"/>
            <a:ext cx="6820302" cy="1149682"/>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43205" y="739140"/>
            <a:ext cx="4936490" cy="3632835"/>
          </a:xfrm>
          <a:prstGeom prst="rect">
            <a:avLst/>
          </a:prstGeom>
        </p:spPr>
      </p:pic>
      <p:sp>
        <p:nvSpPr>
          <p:cNvPr id="5" name="Text Box 4"/>
          <p:cNvSpPr txBox="1"/>
          <p:nvPr/>
        </p:nvSpPr>
        <p:spPr>
          <a:xfrm>
            <a:off x="607060" y="4371975"/>
            <a:ext cx="4208145" cy="337185"/>
          </a:xfrm>
          <a:prstGeom prst="rect">
            <a:avLst/>
          </a:prstGeom>
        </p:spPr>
        <p:txBody>
          <a:bodyPr wrap="square">
            <a:spAutoFit/>
          </a:bodyPr>
          <a:lstStyle/>
          <a:p>
            <a:pPr algn="ctr"/>
            <a:r>
              <a:rPr lang="en-US" altLang="zh-CN" sz="1600" dirty="0">
                <a:latin typeface="Times New Roman" panose="02020603050405020304" pitchFamily="18" charset="0"/>
                <a:cs typeface="Times New Roman" panose="02020603050405020304" pitchFamily="18" charset="0"/>
              </a:rPr>
              <a:t> СИГУРНО СПОДЕЛЯНЕ НА ТАЙНИ</a:t>
            </a:r>
          </a:p>
        </p:txBody>
      </p:sp>
      <p:sp>
        <p:nvSpPr>
          <p:cNvPr id="7" name="Text Box 6"/>
          <p:cNvSpPr txBox="1"/>
          <p:nvPr/>
        </p:nvSpPr>
        <p:spPr>
          <a:xfrm>
            <a:off x="1899920" y="66675"/>
            <a:ext cx="5900420" cy="542925"/>
          </a:xfrm>
          <a:prstGeom prst="rect">
            <a:avLst/>
          </a:prstGeom>
        </p:spPr>
        <p:txBody>
          <a:bodyPr wrap="square">
            <a:spAutoFit/>
          </a:bodyPr>
          <a:lstStyle/>
          <a:p>
            <a:pPr defTabSz="266700">
              <a:lnSpc>
                <a:spcPct val="105000"/>
              </a:lnSpc>
            </a:pPr>
            <a:r>
              <a:rPr lang="en-US" altLang="zh-CN" sz="2800" b="1" u="sng">
                <a:latin typeface="Times New Roman" panose="02020603050405020304" pitchFamily="18" charset="0"/>
                <a:ea typeface="Calibri" panose="020F0502020204030204"/>
                <a:cs typeface="Times New Roman" panose="02020603050405020304" pitchFamily="18" charset="0"/>
              </a:rPr>
              <a:t>Обща характеристика на проекта</a:t>
            </a:r>
          </a:p>
        </p:txBody>
      </p:sp>
      <p:pic>
        <p:nvPicPr>
          <p:cNvPr id="2" name="Picture 1"/>
          <p:cNvPicPr>
            <a:picLocks noChangeAspect="1"/>
          </p:cNvPicPr>
          <p:nvPr/>
        </p:nvPicPr>
        <p:blipFill>
          <a:blip r:embed="rId4"/>
          <a:stretch>
            <a:fillRect/>
          </a:stretch>
        </p:blipFill>
        <p:spPr>
          <a:xfrm>
            <a:off x="5734046" y="1125921"/>
            <a:ext cx="3042168" cy="2859272"/>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3"/>
          <a:stretch>
            <a:fillRect/>
          </a:stretch>
        </p:blipFill>
        <p:spPr>
          <a:xfrm>
            <a:off x="178505" y="740864"/>
            <a:ext cx="4271649" cy="3737694"/>
          </a:xfrm>
          <a:prstGeom prst="rect">
            <a:avLst/>
          </a:prstGeom>
        </p:spPr>
      </p:pic>
      <p:sp>
        <p:nvSpPr>
          <p:cNvPr id="4" name="Text Box 3"/>
          <p:cNvSpPr txBox="1"/>
          <p:nvPr/>
        </p:nvSpPr>
        <p:spPr>
          <a:xfrm>
            <a:off x="1973933" y="0"/>
            <a:ext cx="5080000" cy="636777"/>
          </a:xfrm>
          <a:prstGeom prst="rect">
            <a:avLst/>
          </a:prstGeom>
        </p:spPr>
        <p:txBody>
          <a:bodyPr>
            <a:spAutoFit/>
          </a:bodyPr>
          <a:lstStyle/>
          <a:p>
            <a:pPr algn="ctr" defTabSz="266700">
              <a:lnSpc>
                <a:spcPct val="105000"/>
              </a:lnSpc>
            </a:pPr>
            <a:r>
              <a:rPr lang="en-US" altLang="zh-CN" sz="3600" b="1" u="sng" dirty="0">
                <a:solidFill>
                  <a:schemeClr val="bg1"/>
                </a:solidFill>
                <a:latin typeface="Times New Roman" panose="02020603050405020304"/>
                <a:ea typeface="Calibri" panose="020F0502020204030204"/>
              </a:rPr>
              <a:t> </a:t>
            </a:r>
            <a:r>
              <a:rPr lang="en-US" altLang="zh-CN" sz="3600" b="1" u="sng" dirty="0" err="1" smtClean="0">
                <a:solidFill>
                  <a:schemeClr val="tx1"/>
                </a:solidFill>
                <a:latin typeface="Times New Roman" panose="02020603050405020304"/>
                <a:ea typeface="Calibri" panose="020F0502020204030204"/>
              </a:rPr>
              <a:t>Проблем</a:t>
            </a:r>
            <a:endParaRPr lang="bg-BG" altLang="zh-CN" sz="3600" b="1" u="sng" dirty="0" smtClean="0">
              <a:solidFill>
                <a:schemeClr val="tx1"/>
              </a:solidFill>
              <a:latin typeface="Times New Roman" panose="02020603050405020304"/>
              <a:ea typeface="Calibri" panose="020F0502020204030204"/>
            </a:endParaRPr>
          </a:p>
        </p:txBody>
      </p:sp>
      <p:pic>
        <p:nvPicPr>
          <p:cNvPr id="2" name="Picture 1"/>
          <p:cNvPicPr>
            <a:picLocks noChangeAspect="1"/>
          </p:cNvPicPr>
          <p:nvPr/>
        </p:nvPicPr>
        <p:blipFill>
          <a:blip r:embed="rId4"/>
          <a:stretch>
            <a:fillRect/>
          </a:stretch>
        </p:blipFill>
        <p:spPr>
          <a:xfrm>
            <a:off x="4678792" y="740864"/>
            <a:ext cx="4271649" cy="3737694"/>
          </a:xfrm>
          <a:prstGeom prst="rect">
            <a:avLst/>
          </a:prstGeom>
        </p:spPr>
      </p:pic>
      <p:sp>
        <p:nvSpPr>
          <p:cNvPr id="3" name="Rectangle 2"/>
          <p:cNvSpPr/>
          <p:nvPr/>
        </p:nvSpPr>
        <p:spPr>
          <a:xfrm>
            <a:off x="2489981" y="4451861"/>
            <a:ext cx="4099199" cy="338554"/>
          </a:xfrm>
          <a:prstGeom prst="rect">
            <a:avLst/>
          </a:prstGeom>
        </p:spPr>
        <p:txBody>
          <a:bodyPr wrap="none">
            <a:spAutoFit/>
          </a:bodyPr>
          <a:lstStyle/>
          <a:p>
            <a:r>
              <a:rPr lang="ru-RU" sz="1600" dirty="0">
                <a:latin typeface="Times New Roman" panose="02020603050405020304" pitchFamily="18" charset="0"/>
                <a:cs typeface="Times New Roman" panose="02020603050405020304" pitchFamily="18" charset="0"/>
              </a:rPr>
              <a:t>Риск от </a:t>
            </a:r>
            <a:r>
              <a:rPr lang="ru-RU" sz="1600" dirty="0" smtClean="0">
                <a:latin typeface="Times New Roman" panose="02020603050405020304" pitchFamily="18" charset="0"/>
                <a:cs typeface="Times New Roman" panose="02020603050405020304" pitchFamily="18" charset="0"/>
              </a:rPr>
              <a:t>изтичане</a:t>
            </a:r>
            <a:r>
              <a:rPr lang="en-US" sz="1600" dirty="0" smtClean="0">
                <a:latin typeface="Times New Roman" panose="02020603050405020304" pitchFamily="18" charset="0"/>
                <a:cs typeface="Times New Roman" panose="02020603050405020304" pitchFamily="18" charset="0"/>
              </a:rPr>
              <a:t> </a:t>
            </a:r>
            <a:r>
              <a:rPr lang="ru-RU" sz="1600" dirty="0" smtClean="0">
                <a:latin typeface="Times New Roman" panose="02020603050405020304" pitchFamily="18" charset="0"/>
                <a:cs typeface="Times New Roman" panose="02020603050405020304" pitchFamily="18" charset="0"/>
              </a:rPr>
              <a:t>на </a:t>
            </a:r>
            <a:r>
              <a:rPr lang="ru-RU" sz="1600" dirty="0">
                <a:latin typeface="Times New Roman" panose="02020603050405020304" pitchFamily="18" charset="0"/>
                <a:cs typeface="Times New Roman" panose="02020603050405020304" pitchFamily="18" charset="0"/>
              </a:rPr>
              <a:t>лични данни в интернет</a:t>
            </a:r>
            <a:endParaRPr lang="bg-BG" sz="1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0" y="0"/>
            <a:ext cx="9144000" cy="5143500"/>
          </a:xfrm>
          <a:prstGeom prst="rect">
            <a:avLst/>
          </a:prstGeom>
        </p:spPr>
      </p:pic>
      <p:sp>
        <p:nvSpPr>
          <p:cNvPr id="4" name="Text Box 3"/>
          <p:cNvSpPr txBox="1"/>
          <p:nvPr/>
        </p:nvSpPr>
        <p:spPr>
          <a:xfrm>
            <a:off x="2032000" y="527282"/>
            <a:ext cx="5080000" cy="515782"/>
          </a:xfrm>
          <a:prstGeom prst="rect">
            <a:avLst/>
          </a:prstGeom>
        </p:spPr>
        <p:txBody>
          <a:bodyPr>
            <a:spAutoFit/>
          </a:bodyPr>
          <a:lstStyle/>
          <a:p>
            <a:pPr algn="ctr" defTabSz="266700">
              <a:lnSpc>
                <a:spcPct val="105000"/>
              </a:lnSpc>
            </a:pPr>
            <a:r>
              <a:rPr lang="en-US" altLang="zh-CN" sz="2800" b="1" u="sng" dirty="0" err="1">
                <a:solidFill>
                  <a:schemeClr val="bg1"/>
                </a:solidFill>
                <a:latin typeface="Times New Roman" panose="02020603050405020304"/>
                <a:ea typeface="Calibri" panose="020F0502020204030204"/>
              </a:rPr>
              <a:t>Цел</a:t>
            </a:r>
            <a:r>
              <a:rPr lang="en-US" altLang="zh-CN" sz="2800" b="1" u="sng" dirty="0">
                <a:solidFill>
                  <a:schemeClr val="bg1"/>
                </a:solidFill>
                <a:latin typeface="Times New Roman" panose="02020603050405020304"/>
                <a:ea typeface="Calibri" panose="020F0502020204030204"/>
              </a:rPr>
              <a:t> </a:t>
            </a:r>
            <a:r>
              <a:rPr lang="en-US" altLang="zh-CN" sz="2800" b="1" u="sng" dirty="0" err="1">
                <a:solidFill>
                  <a:schemeClr val="bg1"/>
                </a:solidFill>
                <a:latin typeface="Times New Roman" panose="02020603050405020304"/>
                <a:ea typeface="Calibri" panose="020F0502020204030204"/>
              </a:rPr>
              <a:t>на</a:t>
            </a:r>
            <a:r>
              <a:rPr lang="en-US" altLang="zh-CN" sz="2800" b="1" u="sng" dirty="0">
                <a:solidFill>
                  <a:schemeClr val="bg1"/>
                </a:solidFill>
                <a:latin typeface="Times New Roman" panose="02020603050405020304"/>
                <a:ea typeface="Calibri" panose="020F0502020204030204"/>
              </a:rPr>
              <a:t> </a:t>
            </a:r>
            <a:r>
              <a:rPr lang="en-US" altLang="zh-CN" sz="2800" b="1" u="sng" dirty="0" err="1">
                <a:solidFill>
                  <a:schemeClr val="bg1"/>
                </a:solidFill>
                <a:latin typeface="Times New Roman" panose="02020603050405020304"/>
                <a:ea typeface="Calibri" panose="020F0502020204030204"/>
              </a:rPr>
              <a:t>проекта</a:t>
            </a:r>
            <a:endParaRPr lang="en-US" altLang="zh-CN" sz="2800" b="1" u="sng" dirty="0">
              <a:solidFill>
                <a:schemeClr val="bg1"/>
              </a:solidFill>
              <a:latin typeface="Times New Roman" panose="02020603050405020304"/>
              <a:ea typeface="Calibri" panose="020F0502020204030204"/>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3"/>
          <a:stretch>
            <a:fillRect/>
          </a:stretch>
        </p:blipFill>
        <p:spPr>
          <a:xfrm>
            <a:off x="635" y="-635"/>
            <a:ext cx="9143365" cy="5144135"/>
          </a:xfrm>
          <a:prstGeom prst="rect">
            <a:avLst/>
          </a:prstGeom>
        </p:spPr>
      </p:pic>
      <p:sp>
        <p:nvSpPr>
          <p:cNvPr id="2" name="Title 1"/>
          <p:cNvSpPr>
            <a:spLocks noGrp="1"/>
          </p:cNvSpPr>
          <p:nvPr>
            <p:ph type="ctrTitle"/>
          </p:nvPr>
        </p:nvSpPr>
        <p:spPr>
          <a:xfrm>
            <a:off x="5917565" y="1491003"/>
            <a:ext cx="3226435" cy="969645"/>
          </a:xfrm>
        </p:spPr>
        <p:txBody>
          <a:bodyPr>
            <a:normAutofit/>
          </a:bodyPr>
          <a:lstStyle/>
          <a:p>
            <a:r>
              <a:rPr lang="en-US" altLang="en-US" sz="3600" u="sng" dirty="0" err="1" smtClean="0">
                <a:solidFill>
                  <a:schemeClr val="bg1"/>
                </a:solidFill>
                <a:latin typeface="Times New Roman" panose="02020603050405020304" pitchFamily="18" charset="0"/>
                <a:cs typeface="Times New Roman" panose="02020603050405020304" pitchFamily="18" charset="0"/>
              </a:rPr>
              <a:t>Криптография</a:t>
            </a:r>
            <a:r>
              <a:rPr lang="bg-BG" altLang="en-US" sz="3600" u="sng" dirty="0" smtClean="0">
                <a:solidFill>
                  <a:schemeClr val="bg1"/>
                </a:solidFill>
                <a:latin typeface="Times New Roman" panose="02020603050405020304" pitchFamily="18" charset="0"/>
                <a:cs typeface="Times New Roman" panose="02020603050405020304" pitchFamily="18" charset="0"/>
              </a:rPr>
              <a:t> </a:t>
            </a:r>
            <a:endParaRPr lang="en-US" altLang="en-US" sz="3600" u="sng" dirty="0">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stretch>
            <a:fillRect/>
          </a:stretch>
        </p:blipFill>
        <p:spPr>
          <a:xfrm>
            <a:off x="6561649" y="80058"/>
            <a:ext cx="1661939" cy="1661939"/>
          </a:xfrm>
          <a:prstGeom prst="rect">
            <a:avLst/>
          </a:prstGeom>
        </p:spPr>
      </p:pic>
      <p:pic>
        <p:nvPicPr>
          <p:cNvPr id="6" name="Picture 5"/>
          <p:cNvPicPr>
            <a:picLocks noChangeAspect="1"/>
          </p:cNvPicPr>
          <p:nvPr/>
        </p:nvPicPr>
        <p:blipFill>
          <a:blip r:embed="rId5"/>
          <a:stretch>
            <a:fillRect/>
          </a:stretch>
        </p:blipFill>
        <p:spPr>
          <a:xfrm>
            <a:off x="6275830" y="2685285"/>
            <a:ext cx="2233578" cy="2233578"/>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635" y="0"/>
            <a:ext cx="9143365" cy="5142865"/>
          </a:xfrm>
          <a:prstGeom prst="rect">
            <a:avLst/>
          </a:prstGeom>
        </p:spPr>
      </p:pic>
      <p:sp>
        <p:nvSpPr>
          <p:cNvPr id="2" name="Title 1"/>
          <p:cNvSpPr>
            <a:spLocks noGrp="1"/>
          </p:cNvSpPr>
          <p:nvPr>
            <p:ph type="ctrTitle"/>
          </p:nvPr>
        </p:nvSpPr>
        <p:spPr>
          <a:xfrm>
            <a:off x="82550" y="4438650"/>
            <a:ext cx="5235575" cy="704850"/>
          </a:xfrm>
        </p:spPr>
        <p:txBody>
          <a:bodyPr/>
          <a:lstStyle/>
          <a:p>
            <a:r>
              <a:rPr lang="en-US" altLang="en-US" sz="3200" u="sng" dirty="0" err="1">
                <a:latin typeface="Times New Roman" panose="02020603050405020304" pitchFamily="18" charset="0"/>
                <a:cs typeface="Times New Roman" panose="02020603050405020304" pitchFamily="18" charset="0"/>
              </a:rPr>
              <a:t>Криптиране</a:t>
            </a:r>
            <a:r>
              <a:rPr lang="en-US" altLang="en-US" sz="3200" u="sng" dirty="0">
                <a:latin typeface="Times New Roman" panose="02020603050405020304" pitchFamily="18" charset="0"/>
                <a:cs typeface="Times New Roman" panose="02020603050405020304" pitchFamily="18" charset="0"/>
              </a:rPr>
              <a:t> </a:t>
            </a:r>
            <a:r>
              <a:rPr lang="en-US" altLang="en-US" sz="3200" u="sng" dirty="0" err="1">
                <a:latin typeface="Times New Roman" panose="02020603050405020304" pitchFamily="18" charset="0"/>
                <a:cs typeface="Times New Roman" panose="02020603050405020304" pitchFamily="18" charset="0"/>
              </a:rPr>
              <a:t>на</a:t>
            </a:r>
            <a:r>
              <a:rPr lang="en-US" altLang="en-US" sz="3200" u="sng" dirty="0">
                <a:latin typeface="Times New Roman" panose="02020603050405020304" pitchFamily="18" charset="0"/>
                <a:cs typeface="Times New Roman" panose="02020603050405020304" pitchFamily="18" charset="0"/>
              </a:rPr>
              <a:t> </a:t>
            </a:r>
            <a:r>
              <a:rPr lang="en-US" altLang="en-US" sz="3200" u="sng" dirty="0" err="1">
                <a:latin typeface="Times New Roman" panose="02020603050405020304" pitchFamily="18" charset="0"/>
                <a:cs typeface="Times New Roman" panose="02020603050405020304" pitchFamily="18" charset="0"/>
              </a:rPr>
              <a:t>съобщението</a:t>
            </a:r>
            <a:endParaRPr lang="en-US" altLang="en-US" sz="3200" u="sng"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3"/>
          <a:stretch>
            <a:fillRect/>
          </a:stretch>
        </p:blipFill>
        <p:spPr>
          <a:xfrm>
            <a:off x="-635" y="0"/>
            <a:ext cx="9145270" cy="5143500"/>
          </a:xfrm>
          <a:prstGeom prst="rect">
            <a:avLst/>
          </a:prstGeom>
        </p:spPr>
      </p:pic>
      <p:sp>
        <p:nvSpPr>
          <p:cNvPr id="2" name="Title 1"/>
          <p:cNvSpPr>
            <a:spLocks noGrp="1"/>
          </p:cNvSpPr>
          <p:nvPr>
            <p:ph type="ctrTitle"/>
          </p:nvPr>
        </p:nvSpPr>
        <p:spPr>
          <a:xfrm>
            <a:off x="-240" y="-100690"/>
            <a:ext cx="3769500" cy="2915100"/>
          </a:xfrm>
        </p:spPr>
        <p:txBody>
          <a:bodyPr/>
          <a:lstStyle/>
          <a:p>
            <a:r>
              <a:rPr lang="en-US" altLang="en-US" dirty="0" err="1">
                <a:solidFill>
                  <a:srgbClr val="FFFFFF"/>
                </a:solidFill>
              </a:rPr>
              <a:t>Съхранение</a:t>
            </a:r>
            <a:r>
              <a:rPr lang="en-US" altLang="en-US" dirty="0">
                <a:solidFill>
                  <a:srgbClr val="FFFFFF"/>
                </a:solidFill>
              </a:rPr>
              <a:t> в </a:t>
            </a:r>
            <a:r>
              <a:rPr lang="en-US" altLang="en-US" dirty="0" err="1">
                <a:solidFill>
                  <a:srgbClr val="FFFFFF"/>
                </a:solidFill>
              </a:rPr>
              <a:t>база</a:t>
            </a:r>
            <a:r>
              <a:rPr lang="en-US" altLang="en-US" dirty="0">
                <a:solidFill>
                  <a:srgbClr val="FFFFFF"/>
                </a:solidFill>
              </a:rPr>
              <a:t> </a:t>
            </a:r>
            <a:r>
              <a:rPr lang="en-US" altLang="en-US" dirty="0" err="1">
                <a:solidFill>
                  <a:srgbClr val="FFFFFF"/>
                </a:solidFill>
              </a:rPr>
              <a:t>данни</a:t>
            </a:r>
            <a:endParaRPr lang="en-US" altLang="en-US" dirty="0">
              <a:solidFill>
                <a:srgbClr val="FFFFFF"/>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ctrTitle"/>
          </p:nvPr>
        </p:nvSpPr>
        <p:spPr>
          <a:xfrm>
            <a:off x="2735230" y="440513"/>
            <a:ext cx="3371894" cy="445119"/>
          </a:xfrm>
        </p:spPr>
        <p:txBody>
          <a:bodyPr>
            <a:normAutofit fontScale="90000"/>
          </a:bodyPr>
          <a:lstStyle/>
          <a:p>
            <a:r>
              <a:rPr lang="en-US" altLang="en-US" sz="2800" u="sng" dirty="0" err="1">
                <a:solidFill>
                  <a:schemeClr val="bg1"/>
                </a:solidFill>
              </a:rPr>
              <a:t>Генериране</a:t>
            </a:r>
            <a:r>
              <a:rPr lang="en-US" altLang="en-US" sz="2800" u="sng" dirty="0">
                <a:solidFill>
                  <a:schemeClr val="bg1"/>
                </a:solidFill>
              </a:rPr>
              <a:t> </a:t>
            </a:r>
            <a:r>
              <a:rPr lang="en-US" altLang="en-US" sz="2800" u="sng" dirty="0" err="1">
                <a:solidFill>
                  <a:schemeClr val="bg1"/>
                </a:solidFill>
              </a:rPr>
              <a:t>на</a:t>
            </a:r>
            <a:r>
              <a:rPr lang="en-US" altLang="en-US" sz="2800" u="sng" dirty="0">
                <a:solidFill>
                  <a:schemeClr val="bg1"/>
                </a:solidFill>
              </a:rPr>
              <a:t> </a:t>
            </a:r>
            <a:r>
              <a:rPr lang="en-US" altLang="en-US" sz="2800" u="sng" dirty="0" err="1">
                <a:solidFill>
                  <a:schemeClr val="bg1"/>
                </a:solidFill>
              </a:rPr>
              <a:t>линк</a:t>
            </a:r>
            <a:endParaRPr lang="en-US" altLang="en-US" sz="2800" u="sng" dirty="0">
              <a:solidFill>
                <a:schemeClr val="bg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ctrTitle"/>
          </p:nvPr>
        </p:nvSpPr>
        <p:spPr>
          <a:xfrm>
            <a:off x="0" y="4674595"/>
            <a:ext cx="7485797" cy="468905"/>
          </a:xfrm>
        </p:spPr>
        <p:txBody>
          <a:bodyPr/>
          <a:lstStyle/>
          <a:p>
            <a:r>
              <a:rPr lang="en-US" altLang="en-US" sz="2800" u="sng" dirty="0" err="1">
                <a:solidFill>
                  <a:srgbClr val="FFFFFF"/>
                </a:solidFill>
                <a:latin typeface="Times New Roman" panose="02020603050405020304" pitchFamily="18" charset="0"/>
                <a:cs typeface="Times New Roman" panose="02020603050405020304" pitchFamily="18" charset="0"/>
              </a:rPr>
              <a:t>Отваряне</a:t>
            </a:r>
            <a:r>
              <a:rPr lang="en-US" altLang="en-US" sz="2800" u="sng" dirty="0">
                <a:solidFill>
                  <a:srgbClr val="FFFFFF"/>
                </a:solidFill>
                <a:latin typeface="Times New Roman" panose="02020603050405020304" pitchFamily="18" charset="0"/>
                <a:cs typeface="Times New Roman" panose="02020603050405020304" pitchFamily="18" charset="0"/>
              </a:rPr>
              <a:t> </a:t>
            </a:r>
            <a:r>
              <a:rPr lang="en-US" altLang="en-US" sz="2800" u="sng" dirty="0" err="1">
                <a:solidFill>
                  <a:srgbClr val="FFFFFF"/>
                </a:solidFill>
                <a:latin typeface="Times New Roman" panose="02020603050405020304" pitchFamily="18" charset="0"/>
                <a:cs typeface="Times New Roman" panose="02020603050405020304" pitchFamily="18" charset="0"/>
              </a:rPr>
              <a:t>на</a:t>
            </a:r>
            <a:r>
              <a:rPr lang="en-US" altLang="en-US" sz="2800" u="sng" dirty="0">
                <a:solidFill>
                  <a:srgbClr val="FFFFFF"/>
                </a:solidFill>
                <a:latin typeface="Times New Roman" panose="02020603050405020304" pitchFamily="18" charset="0"/>
                <a:cs typeface="Times New Roman" panose="02020603050405020304" pitchFamily="18" charset="0"/>
              </a:rPr>
              <a:t> </a:t>
            </a:r>
            <a:r>
              <a:rPr lang="en-US" altLang="en-US" sz="2800" u="sng" dirty="0" err="1">
                <a:solidFill>
                  <a:srgbClr val="FFFFFF"/>
                </a:solidFill>
                <a:latin typeface="Times New Roman" panose="02020603050405020304" pitchFamily="18" charset="0"/>
                <a:cs typeface="Times New Roman" panose="02020603050405020304" pitchFamily="18" charset="0"/>
              </a:rPr>
              <a:t>съобщението</a:t>
            </a:r>
            <a:endParaRPr lang="en-US" altLang="en-US" sz="2800" u="sng" dirty="0">
              <a:solidFill>
                <a:srgbClr val="FFFFFF"/>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3"/>
          <a:stretch>
            <a:fillRect/>
          </a:stretch>
        </p:blipFill>
        <p:spPr>
          <a:xfrm>
            <a:off x="1" y="0"/>
            <a:ext cx="9143999" cy="5143500"/>
          </a:xfrm>
          <a:prstGeom prst="rect">
            <a:avLst/>
          </a:prstGeom>
        </p:spPr>
      </p:pic>
      <p:sp>
        <p:nvSpPr>
          <p:cNvPr id="2" name="Title 1"/>
          <p:cNvSpPr>
            <a:spLocks noGrp="1"/>
          </p:cNvSpPr>
          <p:nvPr>
            <p:ph type="ctrTitle"/>
          </p:nvPr>
        </p:nvSpPr>
        <p:spPr>
          <a:xfrm>
            <a:off x="0" y="4046855"/>
            <a:ext cx="5790565" cy="1096645"/>
          </a:xfrm>
        </p:spPr>
        <p:txBody>
          <a:bodyPr>
            <a:normAutofit/>
          </a:bodyPr>
          <a:lstStyle/>
          <a:p>
            <a:r>
              <a:rPr lang="en-US" altLang="en-US" sz="4000" u="sng" dirty="0">
                <a:solidFill>
                  <a:srgbClr val="FFFFFF"/>
                </a:solidFill>
                <a:latin typeface="Times New Roman" panose="02020603050405020304" pitchFamily="18" charset="0"/>
                <a:cs typeface="Times New Roman" panose="02020603050405020304" pitchFamily="18" charset="0"/>
              </a:rPr>
              <a:t> </a:t>
            </a:r>
            <a:r>
              <a:rPr lang="en-US" altLang="en-US" sz="4000" u="sng" dirty="0" err="1" smtClean="0">
                <a:solidFill>
                  <a:srgbClr val="FFFFFF"/>
                </a:solidFill>
                <a:latin typeface="Times New Roman" panose="02020603050405020304" pitchFamily="18" charset="0"/>
                <a:cs typeface="Times New Roman" panose="02020603050405020304" pitchFamily="18" charset="0"/>
              </a:rPr>
              <a:t>Самоунищожаване</a:t>
            </a:r>
            <a:endParaRPr lang="en-US" altLang="en-US" sz="4000" u="sng" dirty="0">
              <a:solidFill>
                <a:srgbClr val="FFFFFF"/>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173536"/>
            <a:ext cx="4572000" cy="523220"/>
          </a:xfrm>
          <a:prstGeom prst="rect">
            <a:avLst/>
          </a:prstGeom>
        </p:spPr>
        <p:txBody>
          <a:bodyPr wrap="square">
            <a:spAutoFit/>
          </a:bodyPr>
          <a:lstStyle/>
          <a:p>
            <a:r>
              <a:rPr lang="bg-BG" dirty="0" smtClean="0">
                <a:solidFill>
                  <a:schemeClr val="bg1"/>
                </a:solidFill>
                <a:effectLst>
                  <a:outerShdw blurRad="38100" dist="38100" dir="2700000" algn="tl">
                    <a:srgbClr val="000000">
                      <a:alpha val="43137"/>
                    </a:srgbClr>
                  </a:outerShdw>
                </a:effectLst>
              </a:rPr>
              <a:t>Автоматично изтриване </a:t>
            </a:r>
            <a:endParaRPr lang="en-US" dirty="0" smtClean="0">
              <a:solidFill>
                <a:schemeClr val="bg1"/>
              </a:solidFill>
              <a:effectLst>
                <a:outerShdw blurRad="38100" dist="38100" dir="2700000" algn="tl">
                  <a:srgbClr val="000000">
                    <a:alpha val="43137"/>
                  </a:srgbClr>
                </a:outerShdw>
              </a:effectLst>
            </a:endParaRPr>
          </a:p>
          <a:p>
            <a:r>
              <a:rPr lang="bg-BG" dirty="0" smtClean="0">
                <a:solidFill>
                  <a:schemeClr val="bg1"/>
                </a:solidFill>
                <a:effectLst>
                  <a:outerShdw blurRad="38100" dist="38100" dir="2700000" algn="tl">
                    <a:srgbClr val="000000">
                      <a:alpha val="43137"/>
                    </a:srgbClr>
                  </a:outerShdw>
                </a:effectLst>
              </a:rPr>
              <a:t>след прочитане</a:t>
            </a:r>
            <a:endParaRPr lang="bg-BG" dirty="0">
              <a:solidFill>
                <a:schemeClr val="bg1"/>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ctrTitle"/>
          </p:nvPr>
        </p:nvSpPr>
        <p:spPr>
          <a:xfrm>
            <a:off x="0" y="4716334"/>
            <a:ext cx="7914640" cy="427166"/>
          </a:xfrm>
        </p:spPr>
        <p:txBody>
          <a:bodyPr>
            <a:normAutofit fontScale="90000"/>
          </a:bodyPr>
          <a:lstStyle/>
          <a:p>
            <a:r>
              <a:rPr lang="en-US" altLang="en-US" sz="2800" u="sng" dirty="0" err="1">
                <a:solidFill>
                  <a:schemeClr val="bg1"/>
                </a:solidFill>
              </a:rPr>
              <a:t>Поведение</a:t>
            </a:r>
            <a:r>
              <a:rPr lang="en-US" altLang="en-US" sz="2800" u="sng" dirty="0">
                <a:solidFill>
                  <a:schemeClr val="bg1"/>
                </a:solidFill>
              </a:rPr>
              <a:t> </a:t>
            </a:r>
            <a:r>
              <a:rPr lang="en-US" altLang="en-US" sz="2800" u="sng" dirty="0" err="1">
                <a:solidFill>
                  <a:schemeClr val="bg1"/>
                </a:solidFill>
              </a:rPr>
              <a:t>при</a:t>
            </a:r>
            <a:r>
              <a:rPr lang="en-US" altLang="en-US" sz="2800" u="sng" dirty="0">
                <a:solidFill>
                  <a:schemeClr val="bg1"/>
                </a:solidFill>
              </a:rPr>
              <a:t> </a:t>
            </a:r>
            <a:r>
              <a:rPr lang="en-US" altLang="en-US" sz="2800" u="sng" dirty="0" err="1">
                <a:solidFill>
                  <a:schemeClr val="bg1"/>
                </a:solidFill>
              </a:rPr>
              <a:t>повторен</a:t>
            </a:r>
            <a:r>
              <a:rPr lang="en-US" altLang="en-US" sz="2800" u="sng" dirty="0">
                <a:solidFill>
                  <a:schemeClr val="bg1"/>
                </a:solidFill>
              </a:rPr>
              <a:t> </a:t>
            </a:r>
            <a:r>
              <a:rPr lang="en-US" altLang="en-US" sz="2800" u="sng" dirty="0" err="1">
                <a:solidFill>
                  <a:schemeClr val="bg1"/>
                </a:solidFill>
              </a:rPr>
              <a:t>достъп</a:t>
            </a:r>
            <a:endParaRPr lang="en-US" altLang="en-US" sz="2800" u="sng" dirty="0">
              <a:solidFill>
                <a:schemeClr val="bg1"/>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635" y="567690"/>
            <a:ext cx="9143365" cy="4575810"/>
          </a:xfrm>
          <a:prstGeom prst="rect">
            <a:avLst/>
          </a:prstGeom>
        </p:spPr>
      </p:pic>
      <p:sp>
        <p:nvSpPr>
          <p:cNvPr id="7" name="Text Box 6"/>
          <p:cNvSpPr txBox="1"/>
          <p:nvPr/>
        </p:nvSpPr>
        <p:spPr>
          <a:xfrm>
            <a:off x="1395730" y="156210"/>
            <a:ext cx="6353810" cy="583565"/>
          </a:xfrm>
          <a:prstGeom prst="rect">
            <a:avLst/>
          </a:prstGeom>
          <a:noFill/>
        </p:spPr>
        <p:txBody>
          <a:bodyPr wrap="square" rtlCol="0" anchor="t">
            <a:spAutoFit/>
          </a:bodyPr>
          <a:lstStyle/>
          <a:p>
            <a:pPr algn="ctr"/>
            <a:r>
              <a:rPr lang="en-US" altLang="en-US" sz="3200" b="1" u="sng">
                <a:latin typeface="Times New Roman" panose="02020603050405020304" pitchFamily="18" charset="0"/>
                <a:cs typeface="Times New Roman" panose="02020603050405020304" pitchFamily="18" charset="0"/>
              </a:rPr>
              <a:t>Използвани технологии</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0" y="0"/>
            <a:ext cx="9143365" cy="51435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126</TotalTime>
  <Words>576</Words>
  <Application>Microsoft Office PowerPoint</Application>
  <PresentationFormat>On-screen Show (16:9)</PresentationFormat>
  <Paragraphs>32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Times New Roman</vt:lpstr>
      <vt:lpstr>Arial</vt:lpstr>
      <vt:lpstr>Calibri Light</vt:lpstr>
      <vt:lpstr>Calibri</vt:lpstr>
      <vt:lpstr>Retrospect</vt:lpstr>
      <vt:lpstr>Тема: Криптографско приложение за споделяне на тайни                  Дипломант: Никола Пидов</vt:lpstr>
      <vt:lpstr>PowerPoint Presentation</vt:lpstr>
      <vt:lpstr>PowerPoint Presentation</vt:lpstr>
      <vt:lpstr>PowerPoint Presentation</vt:lpstr>
      <vt:lpstr>Криптография </vt:lpstr>
      <vt:lpstr>Криптиране на съобщението</vt:lpstr>
      <vt:lpstr>Съхранение в база данни</vt:lpstr>
      <vt:lpstr>Генериране на линк</vt:lpstr>
      <vt:lpstr>Отваряне на съобщението</vt:lpstr>
      <vt:lpstr> Самоунищожаване</vt:lpstr>
      <vt:lpstr>Поведение при повторен достъп</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Тема: Криптографско приложение за споделяне на тайни                  Дипломант: Никола Пидов</dc:title>
  <dc:creator>admin</dc:creator>
  <cp:lastModifiedBy>admin</cp:lastModifiedBy>
  <cp:revision>16</cp:revision>
  <dcterms:created xsi:type="dcterms:W3CDTF">2026-04-28T11:17:02Z</dcterms:created>
  <dcterms:modified xsi:type="dcterms:W3CDTF">2026-05-08T07:15:44Z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9B02E0E6212E4B49AA09668052863752_12</vt:lpwstr>
  </property>
  <property fmtid="{D5CDD505-2E9C-101B-9397-08002B2CF9AE}" pid="3" name="KSOProductBuildVer">
    <vt:lpwstr>1033-12.2.0.23155</vt:lpwstr>
  </property>
</Properties>
</file>